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72" r:id="rId5"/>
    <p:sldId id="275" r:id="rId6"/>
    <p:sldId id="273" r:id="rId7"/>
    <p:sldId id="279" r:id="rId8"/>
    <p:sldId id="271" r:id="rId9"/>
    <p:sldId id="259" r:id="rId10"/>
    <p:sldId id="260" r:id="rId11"/>
    <p:sldId id="280" r:id="rId12"/>
    <p:sldId id="261" r:id="rId13"/>
    <p:sldId id="262" r:id="rId14"/>
    <p:sldId id="263" r:id="rId15"/>
    <p:sldId id="264" r:id="rId16"/>
    <p:sldId id="281" r:id="rId17"/>
    <p:sldId id="270" r:id="rId18"/>
    <p:sldId id="274" r:id="rId19"/>
    <p:sldId id="269" r:id="rId20"/>
    <p:sldId id="265" r:id="rId21"/>
    <p:sldId id="284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4" pos="529">
          <p15:clr>
            <a:srgbClr val="A4A3A4"/>
          </p15:clr>
        </p15:guide>
        <p15:guide id="15" orient="horz" pos="22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6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843" y="1176"/>
      </p:cViewPr>
      <p:guideLst>
        <p:guide pos="529"/>
        <p:guide orient="horz" pos="225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3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AAE65F2-8595-038D-3B75-A66253C3CD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DD48DE-B2CD-6089-466B-BCBA9C149E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4" name="爱设计-1">
            <a:extLst>
              <a:ext uri="{FF2B5EF4-FFF2-40B4-BE49-F238E27FC236}">
                <a16:creationId xmlns:a16="http://schemas.microsoft.com/office/drawing/2014/main" id="{499646A7-8B1E-454E-81D5-6FE2DE0579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0320" y="-297"/>
            <a:ext cx="12212320" cy="685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98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57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7F8FA"/>
            </a:gs>
            <a:gs pos="25000">
              <a:srgbClr val="F7F8FA"/>
            </a:gs>
            <a:gs pos="75000">
              <a:srgbClr val="F7F8FA"/>
            </a:gs>
            <a:gs pos="50000">
              <a:schemeClr val="bg1">
                <a:alpha val="0"/>
              </a:schemeClr>
            </a:gs>
            <a:gs pos="100000">
              <a:srgbClr val="F7F8FA">
                <a:alpha val="73725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476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9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爱设计-1">
            <a:extLst>
              <a:ext uri="{FF2B5EF4-FFF2-40B4-BE49-F238E27FC236}">
                <a16:creationId xmlns:a16="http://schemas.microsoft.com/office/drawing/2014/main" id="{69BDB890-05E4-AAC3-EA00-B02104C8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61" name="爱设计-2">
            <a:extLst>
              <a:ext uri="{FF2B5EF4-FFF2-40B4-BE49-F238E27FC236}">
                <a16:creationId xmlns:a16="http://schemas.microsoft.com/office/drawing/2014/main" id="{83A74EAF-E1FD-8CCC-20C6-4219D06D4DA1}"/>
              </a:ext>
            </a:extLst>
          </p:cNvPr>
          <p:cNvGrpSpPr/>
          <p:nvPr/>
        </p:nvGrpSpPr>
        <p:grpSpPr>
          <a:xfrm>
            <a:off x="0" y="752353"/>
            <a:ext cx="12557108" cy="6105647"/>
            <a:chOff x="-1" y="752353"/>
            <a:chExt cx="12557108" cy="6105647"/>
          </a:xfrm>
        </p:grpSpPr>
        <p:pic>
          <p:nvPicPr>
            <p:cNvPr id="5" name="爱设计-2-1">
              <a:extLst>
                <a:ext uri="{FF2B5EF4-FFF2-40B4-BE49-F238E27FC236}">
                  <a16:creationId xmlns:a16="http://schemas.microsoft.com/office/drawing/2014/main" id="{B273C463-F06A-C115-7EF9-ADB6E27EE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56" y="752353"/>
              <a:ext cx="6506751" cy="5983723"/>
            </a:xfrm>
            <a:prstGeom prst="rect">
              <a:avLst/>
            </a:prstGeom>
          </p:spPr>
        </p:pic>
        <p:pic>
          <p:nvPicPr>
            <p:cNvPr id="11" name="爱设计-2-2">
              <a:extLst>
                <a:ext uri="{FF2B5EF4-FFF2-40B4-BE49-F238E27FC236}">
                  <a16:creationId xmlns:a16="http://schemas.microsoft.com/office/drawing/2014/main" id="{A4AEBEE3-E0E6-2D1A-CAD3-9C02EA1F1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" y="4097438"/>
              <a:ext cx="5197671" cy="2760562"/>
            </a:xfrm>
            <a:prstGeom prst="rect">
              <a:avLst/>
            </a:prstGeom>
          </p:spPr>
        </p:pic>
      </p:grpSp>
      <p:grpSp>
        <p:nvGrpSpPr>
          <p:cNvPr id="26" name="爱设计-3">
            <a:extLst>
              <a:ext uri="{FF2B5EF4-FFF2-40B4-BE49-F238E27FC236}">
                <a16:creationId xmlns:a16="http://schemas.microsoft.com/office/drawing/2014/main" id="{EFC014F0-E6AF-994A-F981-9F5650839E8E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24" name="爱设计-3-1">
              <a:extLst>
                <a:ext uri="{FF2B5EF4-FFF2-40B4-BE49-F238E27FC236}">
                  <a16:creationId xmlns:a16="http://schemas.microsoft.com/office/drawing/2014/main" id="{C8985849-A779-8FEB-C673-CC800C35B261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爱设计-3-2">
              <a:extLst>
                <a:ext uri="{FF2B5EF4-FFF2-40B4-BE49-F238E27FC236}">
                  <a16:creationId xmlns:a16="http://schemas.microsoft.com/office/drawing/2014/main" id="{0CC030AC-1E05-588E-D30C-9C566324A50C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爱设计-4">
            <a:extLst>
              <a:ext uri="{FF2B5EF4-FFF2-40B4-BE49-F238E27FC236}">
                <a16:creationId xmlns:a16="http://schemas.microsoft.com/office/drawing/2014/main" id="{5E31CAFF-BFFD-2EE6-B710-90591FC5BE79}"/>
              </a:ext>
            </a:extLst>
          </p:cNvPr>
          <p:cNvGrpSpPr/>
          <p:nvPr/>
        </p:nvGrpSpPr>
        <p:grpSpPr>
          <a:xfrm>
            <a:off x="576092" y="520185"/>
            <a:ext cx="10914614" cy="452688"/>
            <a:chOff x="576092" y="635935"/>
            <a:chExt cx="10914614" cy="452688"/>
          </a:xfrm>
        </p:grpSpPr>
        <p:sp>
          <p:nvSpPr>
            <p:cNvPr id="46" name="爱设计-4-1">
              <a:extLst>
                <a:ext uri="{FF2B5EF4-FFF2-40B4-BE49-F238E27FC236}">
                  <a16:creationId xmlns:a16="http://schemas.microsoft.com/office/drawing/2014/main" id="{B1F6D822-D413-DAD0-BD43-BE7071A359BD}"/>
                </a:ext>
              </a:extLst>
            </p:cNvPr>
            <p:cNvSpPr txBox="1">
              <a:spLocks/>
            </p:cNvSpPr>
            <p:nvPr/>
          </p:nvSpPr>
          <p:spPr>
            <a:xfrm>
              <a:off x="576092" y="635935"/>
              <a:ext cx="3706507" cy="4526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589" indent="-228589" algn="l" defTabSz="91435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76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4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20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298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474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54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Pellentesque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Habitant Morbi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Tristique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Senectus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Netus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Malesuada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Fames Ac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Turpis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Egestas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. </a:t>
              </a:r>
            </a:p>
          </p:txBody>
        </p:sp>
        <p:grpSp>
          <p:nvGrpSpPr>
            <p:cNvPr id="47" name="爱设计-9">
              <a:extLst>
                <a:ext uri="{FF2B5EF4-FFF2-40B4-BE49-F238E27FC236}">
                  <a16:creationId xmlns:a16="http://schemas.microsoft.com/office/drawing/2014/main" id="{049D0B45-0600-35D0-1CCE-26005F2E0A49}"/>
                </a:ext>
              </a:extLst>
            </p:cNvPr>
            <p:cNvGrpSpPr/>
            <p:nvPr/>
          </p:nvGrpSpPr>
          <p:grpSpPr>
            <a:xfrm>
              <a:off x="11267027" y="705435"/>
              <a:ext cx="223679" cy="143861"/>
              <a:chOff x="10749120" y="871596"/>
              <a:chExt cx="223679" cy="143861"/>
            </a:xfrm>
          </p:grpSpPr>
          <p:cxnSp>
            <p:nvCxnSpPr>
              <p:cNvPr id="48" name="爱设计-4-2">
                <a:extLst>
                  <a:ext uri="{FF2B5EF4-FFF2-40B4-BE49-F238E27FC236}">
                    <a16:creationId xmlns:a16="http://schemas.microsoft.com/office/drawing/2014/main" id="{6C6896D2-25F8-3B65-D2A6-CA618522F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101545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49" name="爱设计-4-3">
                <a:extLst>
                  <a:ext uri="{FF2B5EF4-FFF2-40B4-BE49-F238E27FC236}">
                    <a16:creationId xmlns:a16="http://schemas.microsoft.com/office/drawing/2014/main" id="{C31B755B-296D-F774-7A3D-1A64E634D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94352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accent1"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50" name="爱设计-4-4">
                <a:extLst>
                  <a:ext uri="{FF2B5EF4-FFF2-40B4-BE49-F238E27FC236}">
                    <a16:creationId xmlns:a16="http://schemas.microsoft.com/office/drawing/2014/main" id="{9F783300-EC82-D417-4974-39F5693CD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871596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</p:grpSp>
      </p:grpSp>
      <p:sp>
        <p:nvSpPr>
          <p:cNvPr id="37" name="爱设计-5">
            <a:extLst>
              <a:ext uri="{FF2B5EF4-FFF2-40B4-BE49-F238E27FC236}">
                <a16:creationId xmlns:a16="http://schemas.microsoft.com/office/drawing/2014/main" id="{B9A81D67-BD34-F0E8-D58E-5855E7FCB08C}"/>
              </a:ext>
            </a:extLst>
          </p:cNvPr>
          <p:cNvSpPr txBox="1">
            <a:spLocks/>
          </p:cNvSpPr>
          <p:nvPr/>
        </p:nvSpPr>
        <p:spPr>
          <a:xfrm>
            <a:off x="571012" y="1894687"/>
            <a:ext cx="6419068" cy="210519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程序员</a:t>
            </a:r>
            <a:r>
              <a:rPr lang="zh-CN" altLang="en-US" sz="6600" b="0" dirty="0">
                <a:solidFill>
                  <a:schemeClr val="accent1"/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修炼之道</a:t>
            </a:r>
            <a:br>
              <a:rPr lang="en-US" altLang="zh-CN" sz="6600" b="0" dirty="0">
                <a:solidFill>
                  <a:schemeClr val="accent1"/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</a:br>
            <a:r>
              <a:rPr lang="zh-CN" altLang="en-US" sz="6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经验分享</a:t>
            </a:r>
            <a:r>
              <a:rPr lang="en-US" altLang="zh-CN" sz="66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.</a:t>
            </a:r>
            <a:endParaRPr lang="zh-CN" altLang="en-US" sz="6600" b="0" dirty="0">
              <a:solidFill>
                <a:schemeClr val="tx1">
                  <a:lumMod val="75000"/>
                  <a:lumOff val="25000"/>
                </a:schemeClr>
              </a:solidFill>
              <a:latin typeface="字由文艺黑" panose="00020600040101010101" pitchFamily="18" charset="-122"/>
              <a:ea typeface="字由文艺黑" panose="00020600040101010101" pitchFamily="18" charset="-122"/>
              <a:cs typeface="OPPOSans H" panose="00020600040101010101" pitchFamily="18" charset="-122"/>
            </a:endParaRPr>
          </a:p>
        </p:txBody>
      </p:sp>
      <p:grpSp>
        <p:nvGrpSpPr>
          <p:cNvPr id="22" name="爱设计-6">
            <a:extLst>
              <a:ext uri="{FF2B5EF4-FFF2-40B4-BE49-F238E27FC236}">
                <a16:creationId xmlns:a16="http://schemas.microsoft.com/office/drawing/2014/main" id="{86AF6A5C-6B3B-7F1C-53C6-D1F6C226AB5A}"/>
              </a:ext>
            </a:extLst>
          </p:cNvPr>
          <p:cNvGrpSpPr/>
          <p:nvPr/>
        </p:nvGrpSpPr>
        <p:grpSpPr>
          <a:xfrm>
            <a:off x="608350" y="4590634"/>
            <a:ext cx="1853418" cy="504130"/>
            <a:chOff x="625666" y="3665240"/>
            <a:chExt cx="1989813" cy="614018"/>
          </a:xfrm>
        </p:grpSpPr>
        <p:pic>
          <p:nvPicPr>
            <p:cNvPr id="14" name="爱设计-6-1">
              <a:extLst>
                <a:ext uri="{FF2B5EF4-FFF2-40B4-BE49-F238E27FC236}">
                  <a16:creationId xmlns:a16="http://schemas.microsoft.com/office/drawing/2014/main" id="{AAD6F6E7-96C3-10CB-18D7-750AF3B03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18" name="爱设计-6-2">
              <a:extLst>
                <a:ext uri="{FF2B5EF4-FFF2-40B4-BE49-F238E27FC236}">
                  <a16:creationId xmlns:a16="http://schemas.microsoft.com/office/drawing/2014/main" id="{608AC001-856C-EF4E-5F73-626E6E6BB2BC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汇报人： 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ISHEJI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38" name="爱设计-7">
            <a:extLst>
              <a:ext uri="{FF2B5EF4-FFF2-40B4-BE49-F238E27FC236}">
                <a16:creationId xmlns:a16="http://schemas.microsoft.com/office/drawing/2014/main" id="{5EB53F5A-4FC3-F9D3-C5D5-588DB6DC7C98}"/>
              </a:ext>
            </a:extLst>
          </p:cNvPr>
          <p:cNvSpPr txBox="1">
            <a:spLocks/>
          </p:cNvSpPr>
          <p:nvPr/>
        </p:nvSpPr>
        <p:spPr>
          <a:xfrm>
            <a:off x="566964" y="4158772"/>
            <a:ext cx="4630707" cy="287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H" panose="00020600040101010101" pitchFamily="18" charset="-122"/>
              </a:rPr>
              <a:t>THE PRAGMATIC PROGRAMMER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OPPOSans H" panose="00020600040101010101" pitchFamily="18" charset="-122"/>
            </a:endParaRPr>
          </a:p>
        </p:txBody>
      </p:sp>
      <p:cxnSp>
        <p:nvCxnSpPr>
          <p:cNvPr id="39" name="爱设计-8">
            <a:extLst>
              <a:ext uri="{FF2B5EF4-FFF2-40B4-BE49-F238E27FC236}">
                <a16:creationId xmlns:a16="http://schemas.microsoft.com/office/drawing/2014/main" id="{F8E08C62-E408-7086-C2E3-F77147935619}"/>
              </a:ext>
            </a:extLst>
          </p:cNvPr>
          <p:cNvCxnSpPr/>
          <p:nvPr/>
        </p:nvCxnSpPr>
        <p:spPr>
          <a:xfrm>
            <a:off x="651022" y="3969454"/>
            <a:ext cx="4826421" cy="0"/>
          </a:xfrm>
          <a:prstGeom prst="line">
            <a:avLst/>
          </a:prstGeom>
          <a:ln w="571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爱设计-9">
            <a:extLst>
              <a:ext uri="{FF2B5EF4-FFF2-40B4-BE49-F238E27FC236}">
                <a16:creationId xmlns:a16="http://schemas.microsoft.com/office/drawing/2014/main" id="{AFAEEAFD-5DF3-92FA-627D-A61B60928C97}"/>
              </a:ext>
            </a:extLst>
          </p:cNvPr>
          <p:cNvGrpSpPr/>
          <p:nvPr/>
        </p:nvGrpSpPr>
        <p:grpSpPr>
          <a:xfrm>
            <a:off x="2614037" y="4590634"/>
            <a:ext cx="1853418" cy="504130"/>
            <a:chOff x="625666" y="3665240"/>
            <a:chExt cx="1989813" cy="614018"/>
          </a:xfrm>
        </p:grpSpPr>
        <p:pic>
          <p:nvPicPr>
            <p:cNvPr id="63" name="爱设计-9-1">
              <a:extLst>
                <a:ext uri="{FF2B5EF4-FFF2-40B4-BE49-F238E27FC236}">
                  <a16:creationId xmlns:a16="http://schemas.microsoft.com/office/drawing/2014/main" id="{5876B847-E0A5-CC8E-E63F-06598A7C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64" name="爱设计-9-2">
              <a:extLst>
                <a:ext uri="{FF2B5EF4-FFF2-40B4-BE49-F238E27FC236}">
                  <a16:creationId xmlns:a16="http://schemas.microsoft.com/office/drawing/2014/main" id="{EF16E2B4-BBB9-6804-DCD1-160B96D9FB97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时间：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202X.1.1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69" name="爱设计-10">
            <a:extLst>
              <a:ext uri="{FF2B5EF4-FFF2-40B4-BE49-F238E27FC236}">
                <a16:creationId xmlns:a16="http://schemas.microsoft.com/office/drawing/2014/main" id="{3CACE4AD-5688-5D5B-C58A-23B6EFE45922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428832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爱设计-1">
            <a:extLst>
              <a:ext uri="{FF2B5EF4-FFF2-40B4-BE49-F238E27FC236}">
                <a16:creationId xmlns:a16="http://schemas.microsoft.com/office/drawing/2014/main" id="{61A787E6-3293-2550-6E80-27AF77A67B4E}"/>
              </a:ext>
            </a:extLst>
          </p:cNvPr>
          <p:cNvSpPr txBox="1"/>
          <p:nvPr/>
        </p:nvSpPr>
        <p:spPr>
          <a:xfrm>
            <a:off x="1040770" y="866645"/>
            <a:ext cx="10110460" cy="2077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129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95000"/>
                    <a:lumOff val="5000"/>
                    <a:alpha val="4000"/>
                  </a:schemeClr>
                </a:solidFill>
                <a:effectLst/>
                <a:uLnTx/>
                <a:uFillTx/>
                <a:latin typeface="+mj-ea"/>
                <a:ea typeface="+mj-ea"/>
              </a:rPr>
              <a:t>CONTENTS</a:t>
            </a:r>
          </a:p>
        </p:txBody>
      </p:sp>
      <p:sp>
        <p:nvSpPr>
          <p:cNvPr id="5" name="爱设计-2">
            <a:extLst>
              <a:ext uri="{FF2B5EF4-FFF2-40B4-BE49-F238E27FC236}">
                <a16:creationId xmlns:a16="http://schemas.microsoft.com/office/drawing/2014/main" id="{AFE31AAB-C3F3-E720-BED5-DA37294E27B6}"/>
              </a:ext>
            </a:extLst>
          </p:cNvPr>
          <p:cNvSpPr txBox="1"/>
          <p:nvPr/>
        </p:nvSpPr>
        <p:spPr>
          <a:xfrm>
            <a:off x="2327977" y="1402295"/>
            <a:ext cx="753604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+mj-ea"/>
                <a:ea typeface="+mj-ea"/>
              </a:rPr>
              <a:t>目录</a:t>
            </a:r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uLnTx/>
                <a:uFillTx/>
                <a:latin typeface="+mj-ea"/>
                <a:ea typeface="+mj-ea"/>
              </a:rPr>
              <a:t>-CONTENTS</a:t>
            </a:r>
          </a:p>
        </p:txBody>
      </p:sp>
      <p:grpSp>
        <p:nvGrpSpPr>
          <p:cNvPr id="6" name="爱设计-3">
            <a:extLst>
              <a:ext uri="{FF2B5EF4-FFF2-40B4-BE49-F238E27FC236}">
                <a16:creationId xmlns:a16="http://schemas.microsoft.com/office/drawing/2014/main" id="{A05A63CC-8A2C-D93A-A202-8E36747D42E7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7" name="爱设计-3-1">
              <a:extLst>
                <a:ext uri="{FF2B5EF4-FFF2-40B4-BE49-F238E27FC236}">
                  <a16:creationId xmlns:a16="http://schemas.microsoft.com/office/drawing/2014/main" id="{4001D2E9-EC05-6837-F7DD-277029B35893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8" name="爱设计-3-2">
              <a:extLst>
                <a:ext uri="{FF2B5EF4-FFF2-40B4-BE49-F238E27FC236}">
                  <a16:creationId xmlns:a16="http://schemas.microsoft.com/office/drawing/2014/main" id="{264A9289-FC6F-0199-E5A2-5496F3FE0708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sp>
        <p:nvSpPr>
          <p:cNvPr id="10" name="爱设计-4">
            <a:extLst>
              <a:ext uri="{FF2B5EF4-FFF2-40B4-BE49-F238E27FC236}">
                <a16:creationId xmlns:a16="http://schemas.microsoft.com/office/drawing/2014/main" id="{77E8AB79-2CD9-39C0-60B4-24E2F275F55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  <p:sp>
        <p:nvSpPr>
          <p:cNvPr id="18" name="爱设计-5">
            <a:extLst>
              <a:ext uri="{FF2B5EF4-FFF2-40B4-BE49-F238E27FC236}">
                <a16:creationId xmlns:a16="http://schemas.microsoft.com/office/drawing/2014/main" id="{13B59A59-3650-0798-9676-6C07583F4EB1}"/>
              </a:ext>
            </a:extLst>
          </p:cNvPr>
          <p:cNvSpPr/>
          <p:nvPr/>
        </p:nvSpPr>
        <p:spPr>
          <a:xfrm>
            <a:off x="1416959" y="2858509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9" name="爱设计-6">
            <a:extLst>
              <a:ext uri="{FF2B5EF4-FFF2-40B4-BE49-F238E27FC236}">
                <a16:creationId xmlns:a16="http://schemas.microsoft.com/office/drawing/2014/main" id="{95294A28-591F-6A04-F169-ACBD6A75081A}"/>
              </a:ext>
            </a:extLst>
          </p:cNvPr>
          <p:cNvSpPr txBox="1"/>
          <p:nvPr/>
        </p:nvSpPr>
        <p:spPr>
          <a:xfrm>
            <a:off x="1646894" y="3069324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2400" b="0" dirty="0">
                <a:solidFill>
                  <a:srgbClr val="FFFFFF"/>
                </a:solidFill>
                <a:latin typeface="+mj-ea"/>
                <a:ea typeface="+mj-ea"/>
              </a:rPr>
              <a:t>高效程序员的特征</a:t>
            </a:r>
            <a:endParaRPr lang="en-US" altLang="zh-CN" sz="2400" b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0" name="爱设计-7">
            <a:extLst>
              <a:ext uri="{FF2B5EF4-FFF2-40B4-BE49-F238E27FC236}">
                <a16:creationId xmlns:a16="http://schemas.microsoft.com/office/drawing/2014/main" id="{238307E1-8C41-345D-38F1-05E853A75DD7}"/>
              </a:ext>
            </a:extLst>
          </p:cNvPr>
          <p:cNvSpPr/>
          <p:nvPr/>
        </p:nvSpPr>
        <p:spPr>
          <a:xfrm>
            <a:off x="1646894" y="3471634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000" dirty="0">
                <a:solidFill>
                  <a:srgbClr val="FFFFFF"/>
                </a:solidFill>
              </a:rPr>
              <a:t>Characteristics Of Efficient Programmers</a:t>
            </a:r>
          </a:p>
        </p:txBody>
      </p:sp>
      <p:sp>
        <p:nvSpPr>
          <p:cNvPr id="21" name="爱设计-8">
            <a:extLst>
              <a:ext uri="{FF2B5EF4-FFF2-40B4-BE49-F238E27FC236}">
                <a16:creationId xmlns:a16="http://schemas.microsoft.com/office/drawing/2014/main" id="{D2DE1819-63D6-3D13-7598-BB18858B0C28}"/>
              </a:ext>
            </a:extLst>
          </p:cNvPr>
          <p:cNvSpPr/>
          <p:nvPr/>
        </p:nvSpPr>
        <p:spPr>
          <a:xfrm>
            <a:off x="4162283" y="3084610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2" name="爱设计-9">
            <a:extLst>
              <a:ext uri="{FF2B5EF4-FFF2-40B4-BE49-F238E27FC236}">
                <a16:creationId xmlns:a16="http://schemas.microsoft.com/office/drawing/2014/main" id="{C26A807C-BBAA-919C-576A-66CAAE81BCD0}"/>
              </a:ext>
            </a:extLst>
          </p:cNvPr>
          <p:cNvSpPr txBox="1"/>
          <p:nvPr/>
        </p:nvSpPr>
        <p:spPr>
          <a:xfrm>
            <a:off x="4582761" y="3270069"/>
            <a:ext cx="734496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ea"/>
                <a:ea typeface="+mj-ea"/>
              </a:rPr>
              <a:t>01</a:t>
            </a:r>
          </a:p>
        </p:txBody>
      </p:sp>
      <p:sp>
        <p:nvSpPr>
          <p:cNvPr id="30" name="爱设计-10">
            <a:extLst>
              <a:ext uri="{FF2B5EF4-FFF2-40B4-BE49-F238E27FC236}">
                <a16:creationId xmlns:a16="http://schemas.microsoft.com/office/drawing/2014/main" id="{37BC05A8-5D04-93E8-357B-6C89C0957082}"/>
              </a:ext>
            </a:extLst>
          </p:cNvPr>
          <p:cNvSpPr/>
          <p:nvPr/>
        </p:nvSpPr>
        <p:spPr>
          <a:xfrm>
            <a:off x="1416959" y="4586540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31" name="爱设计-11">
            <a:extLst>
              <a:ext uri="{FF2B5EF4-FFF2-40B4-BE49-F238E27FC236}">
                <a16:creationId xmlns:a16="http://schemas.microsoft.com/office/drawing/2014/main" id="{FC69F999-4C28-1120-921B-2FD8959D26F2}"/>
              </a:ext>
            </a:extLst>
          </p:cNvPr>
          <p:cNvSpPr txBox="1"/>
          <p:nvPr/>
        </p:nvSpPr>
        <p:spPr>
          <a:xfrm>
            <a:off x="1646894" y="4797355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2400" b="0" dirty="0">
                <a:solidFill>
                  <a:srgbClr val="FFFFFF"/>
                </a:solidFill>
                <a:latin typeface="+mj-ea"/>
                <a:ea typeface="+mj-ea"/>
              </a:rPr>
              <a:t>程序员好书推荐</a:t>
            </a:r>
            <a:endParaRPr lang="en-US" altLang="zh-CN" sz="2400" b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爱设计-12">
            <a:extLst>
              <a:ext uri="{FF2B5EF4-FFF2-40B4-BE49-F238E27FC236}">
                <a16:creationId xmlns:a16="http://schemas.microsoft.com/office/drawing/2014/main" id="{68A5A92B-70C0-7BF9-ADD3-7AB356C0D6C1}"/>
              </a:ext>
            </a:extLst>
          </p:cNvPr>
          <p:cNvSpPr/>
          <p:nvPr/>
        </p:nvSpPr>
        <p:spPr>
          <a:xfrm>
            <a:off x="1646894" y="5199665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000" dirty="0">
                <a:solidFill>
                  <a:srgbClr val="FFFFFF"/>
                </a:solidFill>
              </a:rPr>
              <a:t>Good Book Recommendation</a:t>
            </a:r>
          </a:p>
        </p:txBody>
      </p:sp>
      <p:sp>
        <p:nvSpPr>
          <p:cNvPr id="33" name="爱设计-13">
            <a:extLst>
              <a:ext uri="{FF2B5EF4-FFF2-40B4-BE49-F238E27FC236}">
                <a16:creationId xmlns:a16="http://schemas.microsoft.com/office/drawing/2014/main" id="{C7F7986B-8A2E-AC28-BC26-C7D52942A2A5}"/>
              </a:ext>
            </a:extLst>
          </p:cNvPr>
          <p:cNvSpPr/>
          <p:nvPr/>
        </p:nvSpPr>
        <p:spPr>
          <a:xfrm>
            <a:off x="4162283" y="4812641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34" name="爱设计-14">
            <a:extLst>
              <a:ext uri="{FF2B5EF4-FFF2-40B4-BE49-F238E27FC236}">
                <a16:creationId xmlns:a16="http://schemas.microsoft.com/office/drawing/2014/main" id="{1936F578-C536-1523-2D3F-29A753C7D65C}"/>
              </a:ext>
            </a:extLst>
          </p:cNvPr>
          <p:cNvSpPr txBox="1"/>
          <p:nvPr/>
        </p:nvSpPr>
        <p:spPr>
          <a:xfrm>
            <a:off x="4582761" y="4998100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ea"/>
                <a:ea typeface="+mj-ea"/>
              </a:rPr>
              <a:t>03</a:t>
            </a:r>
          </a:p>
        </p:txBody>
      </p:sp>
      <p:sp>
        <p:nvSpPr>
          <p:cNvPr id="24" name="爱设计-15">
            <a:extLst>
              <a:ext uri="{FF2B5EF4-FFF2-40B4-BE49-F238E27FC236}">
                <a16:creationId xmlns:a16="http://schemas.microsoft.com/office/drawing/2014/main" id="{2596F71A-4700-F7F6-89ED-885C4405C75A}"/>
              </a:ext>
            </a:extLst>
          </p:cNvPr>
          <p:cNvSpPr/>
          <p:nvPr/>
        </p:nvSpPr>
        <p:spPr>
          <a:xfrm>
            <a:off x="6734318" y="2858509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25" name="爱设计-16">
            <a:extLst>
              <a:ext uri="{FF2B5EF4-FFF2-40B4-BE49-F238E27FC236}">
                <a16:creationId xmlns:a16="http://schemas.microsoft.com/office/drawing/2014/main" id="{BD415000-1740-BF5C-3ABD-AE2C583E1D1B}"/>
              </a:ext>
            </a:extLst>
          </p:cNvPr>
          <p:cNvSpPr txBox="1"/>
          <p:nvPr/>
        </p:nvSpPr>
        <p:spPr>
          <a:xfrm>
            <a:off x="6964253" y="3069324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2400" b="0" dirty="0">
                <a:solidFill>
                  <a:srgbClr val="FFFFFF"/>
                </a:solidFill>
                <a:latin typeface="+mj-ea"/>
                <a:ea typeface="+mj-ea"/>
              </a:rPr>
              <a:t>成为高效程序员</a:t>
            </a:r>
            <a:endParaRPr lang="en-US" altLang="zh-CN" sz="2400" b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6" name="爱设计-17">
            <a:extLst>
              <a:ext uri="{FF2B5EF4-FFF2-40B4-BE49-F238E27FC236}">
                <a16:creationId xmlns:a16="http://schemas.microsoft.com/office/drawing/2014/main" id="{87A9B1A4-ED59-FA7F-962B-1352A0472012}"/>
              </a:ext>
            </a:extLst>
          </p:cNvPr>
          <p:cNvSpPr/>
          <p:nvPr/>
        </p:nvSpPr>
        <p:spPr>
          <a:xfrm>
            <a:off x="6964253" y="3471634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000" dirty="0">
                <a:solidFill>
                  <a:srgbClr val="FFFFFF"/>
                </a:solidFill>
              </a:rPr>
              <a:t>Become An Effective Programmer</a:t>
            </a:r>
          </a:p>
        </p:txBody>
      </p:sp>
      <p:sp>
        <p:nvSpPr>
          <p:cNvPr id="27" name="爱设计-18">
            <a:extLst>
              <a:ext uri="{FF2B5EF4-FFF2-40B4-BE49-F238E27FC236}">
                <a16:creationId xmlns:a16="http://schemas.microsoft.com/office/drawing/2014/main" id="{5F031D8E-AEC0-DF90-98E5-879D943DBCB8}"/>
              </a:ext>
            </a:extLst>
          </p:cNvPr>
          <p:cNvSpPr/>
          <p:nvPr/>
        </p:nvSpPr>
        <p:spPr>
          <a:xfrm>
            <a:off x="9479642" y="3084610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28" name="爱设计-19">
            <a:extLst>
              <a:ext uri="{FF2B5EF4-FFF2-40B4-BE49-F238E27FC236}">
                <a16:creationId xmlns:a16="http://schemas.microsoft.com/office/drawing/2014/main" id="{8457D5E1-6A2D-6437-6BD8-69C7FC77555A}"/>
              </a:ext>
            </a:extLst>
          </p:cNvPr>
          <p:cNvSpPr txBox="1"/>
          <p:nvPr/>
        </p:nvSpPr>
        <p:spPr>
          <a:xfrm>
            <a:off x="9900120" y="3270069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ea"/>
                <a:ea typeface="+mj-ea"/>
              </a:rPr>
              <a:t>02</a:t>
            </a:r>
          </a:p>
        </p:txBody>
      </p:sp>
      <p:sp>
        <p:nvSpPr>
          <p:cNvPr id="36" name="爱设计-20">
            <a:extLst>
              <a:ext uri="{FF2B5EF4-FFF2-40B4-BE49-F238E27FC236}">
                <a16:creationId xmlns:a16="http://schemas.microsoft.com/office/drawing/2014/main" id="{A13628B7-3E65-B9CC-106B-8CB258F8BE51}"/>
              </a:ext>
            </a:extLst>
          </p:cNvPr>
          <p:cNvSpPr/>
          <p:nvPr/>
        </p:nvSpPr>
        <p:spPr>
          <a:xfrm>
            <a:off x="6734318" y="4586540"/>
            <a:ext cx="3807152" cy="1078774"/>
          </a:xfrm>
          <a:prstGeom prst="rect">
            <a:avLst/>
          </a:prstGeom>
          <a:solidFill>
            <a:schemeClr val="accent2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37" name="爱设计-21">
            <a:extLst>
              <a:ext uri="{FF2B5EF4-FFF2-40B4-BE49-F238E27FC236}">
                <a16:creationId xmlns:a16="http://schemas.microsoft.com/office/drawing/2014/main" id="{8FC8FBD3-8F08-7919-A32C-19CF1C4ED00C}"/>
              </a:ext>
            </a:extLst>
          </p:cNvPr>
          <p:cNvSpPr txBox="1"/>
          <p:nvPr/>
        </p:nvSpPr>
        <p:spPr>
          <a:xfrm>
            <a:off x="6964253" y="4797355"/>
            <a:ext cx="3468612" cy="461665"/>
          </a:xfrm>
          <a:prstGeom prst="rect">
            <a:avLst/>
          </a:prstGeom>
          <a:noFill/>
          <a:ln w="12700" cap="rnd">
            <a:noFill/>
            <a:prstDash val="solid"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354">
              <a:defRPr sz="1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zh-CN" altLang="en-US" sz="2400" b="0" dirty="0">
                <a:solidFill>
                  <a:srgbClr val="FFFFFF"/>
                </a:solidFill>
                <a:latin typeface="+mj-ea"/>
                <a:ea typeface="+mj-ea"/>
              </a:rPr>
              <a:t>后期工作展望</a:t>
            </a:r>
            <a:endParaRPr lang="en-US" altLang="zh-CN" sz="2400" b="0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8" name="爱设计-22">
            <a:extLst>
              <a:ext uri="{FF2B5EF4-FFF2-40B4-BE49-F238E27FC236}">
                <a16:creationId xmlns:a16="http://schemas.microsoft.com/office/drawing/2014/main" id="{5CC7726B-FFDB-BF9F-1DD5-A300620171E9}"/>
              </a:ext>
            </a:extLst>
          </p:cNvPr>
          <p:cNvSpPr/>
          <p:nvPr/>
        </p:nvSpPr>
        <p:spPr>
          <a:xfrm>
            <a:off x="6964253" y="5199665"/>
            <a:ext cx="2572035" cy="302647"/>
          </a:xfrm>
          <a:prstGeom prst="rect">
            <a:avLst/>
          </a:prstGeom>
        </p:spPr>
        <p:txBody>
          <a:bodyPr wrap="square" anchor="t" anchorCtr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000" dirty="0">
                <a:solidFill>
                  <a:srgbClr val="FFFFFF"/>
                </a:solidFill>
              </a:rPr>
              <a:t>Programmer's Future Work Plan</a:t>
            </a:r>
          </a:p>
        </p:txBody>
      </p:sp>
      <p:sp>
        <p:nvSpPr>
          <p:cNvPr id="39" name="爱设计-23">
            <a:extLst>
              <a:ext uri="{FF2B5EF4-FFF2-40B4-BE49-F238E27FC236}">
                <a16:creationId xmlns:a16="http://schemas.microsoft.com/office/drawing/2014/main" id="{574E9DCD-8C04-A9C1-26DB-2AE0C06C0871}"/>
              </a:ext>
            </a:extLst>
          </p:cNvPr>
          <p:cNvSpPr/>
          <p:nvPr/>
        </p:nvSpPr>
        <p:spPr>
          <a:xfrm>
            <a:off x="9479642" y="4812641"/>
            <a:ext cx="1295400" cy="1016455"/>
          </a:xfrm>
          <a:custGeom>
            <a:avLst/>
            <a:gdLst>
              <a:gd name="connsiteX0" fmla="*/ 0 w 1295400"/>
              <a:gd name="connsiteY0" fmla="*/ 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0 w 1295400"/>
              <a:gd name="connsiteY4" fmla="*/ 0 h 1015662"/>
              <a:gd name="connsiteX0" fmla="*/ 400050 w 1295400"/>
              <a:gd name="connsiteY0" fmla="*/ 25400 h 1015662"/>
              <a:gd name="connsiteX1" fmla="*/ 1295400 w 1295400"/>
              <a:gd name="connsiteY1" fmla="*/ 0 h 1015662"/>
              <a:gd name="connsiteX2" fmla="*/ 1295400 w 1295400"/>
              <a:gd name="connsiteY2" fmla="*/ 1015662 h 1015662"/>
              <a:gd name="connsiteX3" fmla="*/ 0 w 1295400"/>
              <a:gd name="connsiteY3" fmla="*/ 1015662 h 1015662"/>
              <a:gd name="connsiteX4" fmla="*/ 400050 w 1295400"/>
              <a:gd name="connsiteY4" fmla="*/ 25400 h 1015662"/>
              <a:gd name="connsiteX0" fmla="*/ 400050 w 1295400"/>
              <a:gd name="connsiteY0" fmla="*/ 0 h 1016455"/>
              <a:gd name="connsiteX1" fmla="*/ 1295400 w 1295400"/>
              <a:gd name="connsiteY1" fmla="*/ 793 h 1016455"/>
              <a:gd name="connsiteX2" fmla="*/ 1295400 w 1295400"/>
              <a:gd name="connsiteY2" fmla="*/ 1016455 h 1016455"/>
              <a:gd name="connsiteX3" fmla="*/ 0 w 1295400"/>
              <a:gd name="connsiteY3" fmla="*/ 1016455 h 1016455"/>
              <a:gd name="connsiteX4" fmla="*/ 400050 w 1295400"/>
              <a:gd name="connsiteY4" fmla="*/ 0 h 1016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5400" h="1016455">
                <a:moveTo>
                  <a:pt x="400050" y="0"/>
                </a:moveTo>
                <a:lnTo>
                  <a:pt x="1295400" y="793"/>
                </a:lnTo>
                <a:lnTo>
                  <a:pt x="1295400" y="1016455"/>
                </a:lnTo>
                <a:lnTo>
                  <a:pt x="0" y="1016455"/>
                </a:lnTo>
                <a:lnTo>
                  <a:pt x="400050" y="0"/>
                </a:lnTo>
                <a:close/>
              </a:path>
            </a:pathLst>
          </a:custGeom>
          <a:solidFill>
            <a:schemeClr val="bg1"/>
          </a:soli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 defTabSz="913765"/>
            <a:endParaRPr lang="zh-CN" altLang="en-US" sz="2000" b="1">
              <a:solidFill>
                <a:schemeClr val="accent1"/>
              </a:solidFill>
            </a:endParaRPr>
          </a:p>
        </p:txBody>
      </p:sp>
      <p:sp>
        <p:nvSpPr>
          <p:cNvPr id="40" name="爱设计-24">
            <a:extLst>
              <a:ext uri="{FF2B5EF4-FFF2-40B4-BE49-F238E27FC236}">
                <a16:creationId xmlns:a16="http://schemas.microsoft.com/office/drawing/2014/main" id="{B0788661-26EC-4166-0F8C-BF9449CC5312}"/>
              </a:ext>
            </a:extLst>
          </p:cNvPr>
          <p:cNvSpPr txBox="1"/>
          <p:nvPr/>
        </p:nvSpPr>
        <p:spPr>
          <a:xfrm>
            <a:off x="9900120" y="4998100"/>
            <a:ext cx="813043" cy="646331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altLang="zh-CN" sz="3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ea"/>
                <a:ea typeface="+mj-ea"/>
              </a:rPr>
              <a:t>04</a:t>
            </a:r>
          </a:p>
        </p:txBody>
      </p:sp>
      <p:grpSp>
        <p:nvGrpSpPr>
          <p:cNvPr id="41" name="爱设计-25">
            <a:extLst>
              <a:ext uri="{FF2B5EF4-FFF2-40B4-BE49-F238E27FC236}">
                <a16:creationId xmlns:a16="http://schemas.microsoft.com/office/drawing/2014/main" id="{87649FF5-6287-B78B-8BB4-DBC4FABD0823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42" name="爱设计-25-1">
              <a:extLst>
                <a:ext uri="{FF2B5EF4-FFF2-40B4-BE49-F238E27FC236}">
                  <a16:creationId xmlns:a16="http://schemas.microsoft.com/office/drawing/2014/main" id="{69EBB297-83A5-8D4B-963B-40A4D882E4EC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爱设计-25-2">
              <a:extLst>
                <a:ext uri="{FF2B5EF4-FFF2-40B4-BE49-F238E27FC236}">
                  <a16:creationId xmlns:a16="http://schemas.microsoft.com/office/drawing/2014/main" id="{5EF01CC2-259F-FAC2-C80B-31E2DE643C1A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4" name="爱设计-26">
            <a:extLst>
              <a:ext uri="{FF2B5EF4-FFF2-40B4-BE49-F238E27FC236}">
                <a16:creationId xmlns:a16="http://schemas.microsoft.com/office/drawing/2014/main" id="{5CE8FD72-218D-59DD-F2F8-4DB0CBB0DF51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215284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爱设计-1">
            <a:extLst>
              <a:ext uri="{FF2B5EF4-FFF2-40B4-BE49-F238E27FC236}">
                <a16:creationId xmlns:a16="http://schemas.microsoft.com/office/drawing/2014/main" id="{92A08731-0D53-3EA0-2F7C-94BFA7EF44A0}"/>
              </a:ext>
            </a:extLst>
          </p:cNvPr>
          <p:cNvGrpSpPr/>
          <p:nvPr/>
        </p:nvGrpSpPr>
        <p:grpSpPr>
          <a:xfrm>
            <a:off x="539536" y="1599120"/>
            <a:ext cx="5724645" cy="2923390"/>
            <a:chOff x="8035516" y="1841029"/>
            <a:chExt cx="5724645" cy="2923390"/>
          </a:xfrm>
        </p:grpSpPr>
        <p:sp>
          <p:nvSpPr>
            <p:cNvPr id="13" name="爱设计-1-1">
              <a:extLst>
                <a:ext uri="{FF2B5EF4-FFF2-40B4-BE49-F238E27FC236}">
                  <a16:creationId xmlns:a16="http://schemas.microsoft.com/office/drawing/2014/main" id="{F0EA1DC2-04FE-B46F-32E3-50C17BC7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517" y="3524339"/>
              <a:ext cx="5724644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高效程序员的特征</a:t>
              </a:r>
            </a:p>
          </p:txBody>
        </p:sp>
        <p:sp>
          <p:nvSpPr>
            <p:cNvPr id="14" name="爱设计-1-2">
              <a:extLst>
                <a:ext uri="{FF2B5EF4-FFF2-40B4-BE49-F238E27FC236}">
                  <a16:creationId xmlns:a16="http://schemas.microsoft.com/office/drawing/2014/main" id="{37A24F5B-48D5-81CB-DAE5-0F43684DF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1880" y="4385168"/>
              <a:ext cx="4910660" cy="379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50000"/>
                </a:lnSpc>
              </a:pPr>
              <a:r>
                <a:rPr lang="en-US" altLang="zh-CN" sz="1320" dirty="0">
                  <a:solidFill>
                    <a:srgbClr val="595959"/>
                  </a:solidFill>
                  <a:latin typeface="+mn-ea"/>
                  <a:ea typeface="+mn-ea"/>
                  <a:sym typeface="华文细黑" panose="02010600040101010101" pitchFamily="2" charset="-122"/>
                </a:rPr>
                <a:t>Characteristics Of Efficient Programmers</a:t>
              </a:r>
            </a:p>
          </p:txBody>
        </p:sp>
        <p:sp>
          <p:nvSpPr>
            <p:cNvPr id="15" name="爱设计-1-3">
              <a:extLst>
                <a:ext uri="{FF2B5EF4-FFF2-40B4-BE49-F238E27FC236}">
                  <a16:creationId xmlns:a16="http://schemas.microsoft.com/office/drawing/2014/main" id="{FFADFBCD-9FB5-86EA-DFF5-EDE05B6F0A0D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8035516" y="1841029"/>
              <a:ext cx="3991701" cy="1215051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zh-CN" sz="594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PART-</a:t>
              </a:r>
              <a:r>
                <a:rPr lang="en-US" altLang="zh-CN" sz="594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01</a:t>
              </a:r>
              <a:endParaRPr lang="zh-CN" altLang="en-US" sz="5940" dirty="0">
                <a:solidFill>
                  <a:schemeClr val="accent1"/>
                </a:solidFill>
                <a:latin typeface="+mj-ea"/>
                <a:ea typeface="+mj-ea"/>
                <a:sym typeface="华文细黑" panose="02010600040101010101" pitchFamily="2" charset="-122"/>
              </a:endParaRPr>
            </a:p>
          </p:txBody>
        </p:sp>
        <p:cxnSp>
          <p:nvCxnSpPr>
            <p:cNvPr id="16" name="爱设计-1-4">
              <a:extLst>
                <a:ext uri="{FF2B5EF4-FFF2-40B4-BE49-F238E27FC236}">
                  <a16:creationId xmlns:a16="http://schemas.microsoft.com/office/drawing/2014/main" id="{ECA9C93E-BFDB-9C90-4E66-FEEADF89B8F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236" y="3147522"/>
              <a:ext cx="813528" cy="0"/>
            </a:xfrm>
            <a:prstGeom prst="line">
              <a:avLst/>
            </a:prstGeom>
            <a:ln w="6286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爱设计-1-5">
              <a:extLst>
                <a:ext uri="{FF2B5EF4-FFF2-40B4-BE49-F238E27FC236}">
                  <a16:creationId xmlns:a16="http://schemas.microsoft.com/office/drawing/2014/main" id="{457FEEA5-D132-39CA-AEB8-4393B2E70150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>
            <a:xfrm>
              <a:off x="8150236" y="3308029"/>
              <a:ext cx="3695543" cy="0"/>
            </a:xfrm>
            <a:prstGeom prst="line">
              <a:avLst/>
            </a:prstGeom>
            <a:ln w="6286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爱设计-2">
            <a:extLst>
              <a:ext uri="{FF2B5EF4-FFF2-40B4-BE49-F238E27FC236}">
                <a16:creationId xmlns:a16="http://schemas.microsoft.com/office/drawing/2014/main" id="{BED3606D-2FE4-A17F-BADA-10205D17E3CD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115" name="爱设计-2-1">
              <a:extLst>
                <a:ext uri="{FF2B5EF4-FFF2-40B4-BE49-F238E27FC236}">
                  <a16:creationId xmlns:a16="http://schemas.microsoft.com/office/drawing/2014/main" id="{815F3CC4-F1BA-7B8D-5FF9-E268FB0A8CBA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爱设计-2-2">
              <a:extLst>
                <a:ext uri="{FF2B5EF4-FFF2-40B4-BE49-F238E27FC236}">
                  <a16:creationId xmlns:a16="http://schemas.microsoft.com/office/drawing/2014/main" id="{4CB491A2-B961-814A-CDEC-E9B8C7EEAA59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7" name="爱设计-3">
            <a:extLst>
              <a:ext uri="{FF2B5EF4-FFF2-40B4-BE49-F238E27FC236}">
                <a16:creationId xmlns:a16="http://schemas.microsoft.com/office/drawing/2014/main" id="{DE1E69F5-C6B5-A5D3-8937-EF4592C68CFA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  <p:grpSp>
        <p:nvGrpSpPr>
          <p:cNvPr id="118" name="爱设计-4">
            <a:extLst>
              <a:ext uri="{FF2B5EF4-FFF2-40B4-BE49-F238E27FC236}">
                <a16:creationId xmlns:a16="http://schemas.microsoft.com/office/drawing/2014/main" id="{1F95F6CB-B4D9-2F20-C338-6ED1BD9CFCB1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119" name="爱设计-4-1">
              <a:extLst>
                <a:ext uri="{FF2B5EF4-FFF2-40B4-BE49-F238E27FC236}">
                  <a16:creationId xmlns:a16="http://schemas.microsoft.com/office/drawing/2014/main" id="{D4E4EB4C-A2BF-883A-17F4-6538112A4287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0" name="爱设计-4-2">
              <a:extLst>
                <a:ext uri="{FF2B5EF4-FFF2-40B4-BE49-F238E27FC236}">
                  <a16:creationId xmlns:a16="http://schemas.microsoft.com/office/drawing/2014/main" id="{03AB17E8-E8E2-9758-5AE2-281E162B133A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pic>
        <p:nvPicPr>
          <p:cNvPr id="2" name="爱设计-5">
            <a:extLst>
              <a:ext uri="{FF2B5EF4-FFF2-40B4-BE49-F238E27FC236}">
                <a16:creationId xmlns:a16="http://schemas.microsoft.com/office/drawing/2014/main" id="{78AFB660-08DC-6F31-D3A3-25BC22B0E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6468" y="1633295"/>
            <a:ext cx="5855315" cy="4458936"/>
          </a:xfrm>
          <a:prstGeom prst="rect">
            <a:avLst/>
          </a:prstGeom>
        </p:spPr>
      </p:pic>
      <p:sp>
        <p:nvSpPr>
          <p:cNvPr id="3" name="爱设计-6">
            <a:extLst>
              <a:ext uri="{FF2B5EF4-FFF2-40B4-BE49-F238E27FC236}">
                <a16:creationId xmlns:a16="http://schemas.microsoft.com/office/drawing/2014/main" id="{73732F94-520A-DBCE-3921-140D5FC9C0D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08709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87258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高效程序员的特征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+mn-ea"/>
                <a:cs typeface="+mn-cs"/>
              </a:rPr>
              <a:t>Characteristics Of Efficient Programmers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爱设计-4">
            <a:extLst>
              <a:ext uri="{FF2B5EF4-FFF2-40B4-BE49-F238E27FC236}">
                <a16:creationId xmlns:a16="http://schemas.microsoft.com/office/drawing/2014/main" id="{E91768D1-B841-9820-5974-6CC0EB2091B3}"/>
              </a:ext>
            </a:extLst>
          </p:cNvPr>
          <p:cNvSpPr/>
          <p:nvPr/>
        </p:nvSpPr>
        <p:spPr>
          <a:xfrm>
            <a:off x="1130917" y="18948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3" name="爱设计-5">
            <a:extLst>
              <a:ext uri="{FF2B5EF4-FFF2-40B4-BE49-F238E27FC236}">
                <a16:creationId xmlns:a16="http://schemas.microsoft.com/office/drawing/2014/main" id="{CB68337D-BA95-BC08-B981-DBE69631AD32}"/>
              </a:ext>
            </a:extLst>
          </p:cNvPr>
          <p:cNvSpPr/>
          <p:nvPr/>
        </p:nvSpPr>
        <p:spPr>
          <a:xfrm>
            <a:off x="4614513" y="18948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9B65629B-DF41-6EE9-C3EE-30EBD044A10B}"/>
              </a:ext>
            </a:extLst>
          </p:cNvPr>
          <p:cNvSpPr/>
          <p:nvPr/>
        </p:nvSpPr>
        <p:spPr>
          <a:xfrm>
            <a:off x="1130917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7E657B46-067C-DDD5-50A1-5053D5569E45}"/>
              </a:ext>
            </a:extLst>
          </p:cNvPr>
          <p:cNvSpPr/>
          <p:nvPr/>
        </p:nvSpPr>
        <p:spPr>
          <a:xfrm>
            <a:off x="4614513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6D35426E-7977-7CAE-CBF2-8998E64DC1BA}"/>
              </a:ext>
            </a:extLst>
          </p:cNvPr>
          <p:cNvSpPr/>
          <p:nvPr/>
        </p:nvSpPr>
        <p:spPr>
          <a:xfrm>
            <a:off x="8098110" y="4023918"/>
            <a:ext cx="3106232" cy="1959823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0" name="爱设计-9">
            <a:extLst>
              <a:ext uri="{FF2B5EF4-FFF2-40B4-BE49-F238E27FC236}">
                <a16:creationId xmlns:a16="http://schemas.microsoft.com/office/drawing/2014/main" id="{8B5E5044-DF72-8CF8-1AA1-5833CFD47120}"/>
              </a:ext>
            </a:extLst>
          </p:cNvPr>
          <p:cNvSpPr txBox="1"/>
          <p:nvPr/>
        </p:nvSpPr>
        <p:spPr>
          <a:xfrm>
            <a:off x="1326274" y="2939882"/>
            <a:ext cx="2785748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对新技术新事物保持敏感，勇于尝试新的挑战</a:t>
            </a:r>
          </a:p>
        </p:txBody>
      </p:sp>
      <p:sp>
        <p:nvSpPr>
          <p:cNvPr id="11" name="爱设计-10">
            <a:extLst>
              <a:ext uri="{FF2B5EF4-FFF2-40B4-BE49-F238E27FC236}">
                <a16:creationId xmlns:a16="http://schemas.microsoft.com/office/drawing/2014/main" id="{C560CAAC-56C1-252C-C56C-A4EA811E5E38}"/>
              </a:ext>
            </a:extLst>
          </p:cNvPr>
          <p:cNvSpPr txBox="1"/>
          <p:nvPr/>
        </p:nvSpPr>
        <p:spPr>
          <a:xfrm>
            <a:off x="1228773" y="2664701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NO.1</a:t>
            </a:r>
          </a:p>
        </p:txBody>
      </p:sp>
      <p:sp>
        <p:nvSpPr>
          <p:cNvPr id="12" name="爱设计-11">
            <a:extLst>
              <a:ext uri="{FF2B5EF4-FFF2-40B4-BE49-F238E27FC236}">
                <a16:creationId xmlns:a16="http://schemas.microsoft.com/office/drawing/2014/main" id="{E9BA4395-2B13-398B-80AE-D20406E7A493}"/>
              </a:ext>
            </a:extLst>
          </p:cNvPr>
          <p:cNvSpPr txBox="1"/>
          <p:nvPr/>
        </p:nvSpPr>
        <p:spPr>
          <a:xfrm>
            <a:off x="4828674" y="2939882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多才多艺，不局限于单项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技能</a:t>
            </a:r>
          </a:p>
        </p:txBody>
      </p:sp>
      <p:sp>
        <p:nvSpPr>
          <p:cNvPr id="13" name="爱设计-12">
            <a:extLst>
              <a:ext uri="{FF2B5EF4-FFF2-40B4-BE49-F238E27FC236}">
                <a16:creationId xmlns:a16="http://schemas.microsoft.com/office/drawing/2014/main" id="{20B4F061-474C-9F96-6221-D660428C5701}"/>
              </a:ext>
            </a:extLst>
          </p:cNvPr>
          <p:cNvSpPr txBox="1"/>
          <p:nvPr/>
        </p:nvSpPr>
        <p:spPr>
          <a:xfrm>
            <a:off x="1326274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有现实感，看清问题的本质不要浮于表面</a:t>
            </a:r>
          </a:p>
        </p:txBody>
      </p:sp>
      <p:sp>
        <p:nvSpPr>
          <p:cNvPr id="14" name="爱设计-13">
            <a:extLst>
              <a:ext uri="{FF2B5EF4-FFF2-40B4-BE49-F238E27FC236}">
                <a16:creationId xmlns:a16="http://schemas.microsoft.com/office/drawing/2014/main" id="{BAD2614A-9368-1C64-9EC9-F575E26AF593}"/>
              </a:ext>
            </a:extLst>
          </p:cNvPr>
          <p:cNvSpPr txBox="1"/>
          <p:nvPr/>
        </p:nvSpPr>
        <p:spPr>
          <a:xfrm>
            <a:off x="4828674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批判的思考者，有独立的思维，不要随风飘扬</a:t>
            </a:r>
          </a:p>
        </p:txBody>
      </p:sp>
      <p:sp>
        <p:nvSpPr>
          <p:cNvPr id="15" name="爱设计-14">
            <a:extLst>
              <a:ext uri="{FF2B5EF4-FFF2-40B4-BE49-F238E27FC236}">
                <a16:creationId xmlns:a16="http://schemas.microsoft.com/office/drawing/2014/main" id="{B8EB9FD8-1439-0C4F-0638-122AB04BBC06}"/>
              </a:ext>
            </a:extLst>
          </p:cNvPr>
          <p:cNvSpPr txBox="1"/>
          <p:nvPr/>
        </p:nvSpPr>
        <p:spPr>
          <a:xfrm>
            <a:off x="8301488" y="5058280"/>
            <a:ext cx="2785747" cy="64870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保持好奇心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</a:b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H" panose="00020600040101010101" pitchFamily="18" charset="-122"/>
              </a:rPr>
              <a:t>关心你的技艺</a:t>
            </a:r>
          </a:p>
        </p:txBody>
      </p:sp>
      <p:sp>
        <p:nvSpPr>
          <p:cNvPr id="16" name="爱设计-15">
            <a:extLst>
              <a:ext uri="{FF2B5EF4-FFF2-40B4-BE49-F238E27FC236}">
                <a16:creationId xmlns:a16="http://schemas.microsoft.com/office/drawing/2014/main" id="{76E0B371-B2ED-3FB6-5447-5AEBA70B7F06}"/>
              </a:ext>
            </a:extLst>
          </p:cNvPr>
          <p:cNvSpPr/>
          <p:nvPr/>
        </p:nvSpPr>
        <p:spPr>
          <a:xfrm>
            <a:off x="8098110" y="1883243"/>
            <a:ext cx="3106232" cy="195982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7" name="爱设计-16">
            <a:extLst>
              <a:ext uri="{FF2B5EF4-FFF2-40B4-BE49-F238E27FC236}">
                <a16:creationId xmlns:a16="http://schemas.microsoft.com/office/drawing/2014/main" id="{07C5ED6A-9BE6-8A2B-D341-E3CEAD50C5E7}"/>
              </a:ext>
            </a:extLst>
          </p:cNvPr>
          <p:cNvSpPr/>
          <p:nvPr/>
        </p:nvSpPr>
        <p:spPr>
          <a:xfrm>
            <a:off x="3608432" y="2039289"/>
            <a:ext cx="418468" cy="394415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8" name="爱设计-17">
            <a:extLst>
              <a:ext uri="{FF2B5EF4-FFF2-40B4-BE49-F238E27FC236}">
                <a16:creationId xmlns:a16="http://schemas.microsoft.com/office/drawing/2014/main" id="{C5541D3A-F4ED-CFF2-9DDC-147E3E66A79D}"/>
              </a:ext>
            </a:extLst>
          </p:cNvPr>
          <p:cNvSpPr/>
          <p:nvPr/>
        </p:nvSpPr>
        <p:spPr>
          <a:xfrm>
            <a:off x="7133191" y="2046803"/>
            <a:ext cx="418468" cy="379389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19" name="爱设计-18">
            <a:extLst>
              <a:ext uri="{FF2B5EF4-FFF2-40B4-BE49-F238E27FC236}">
                <a16:creationId xmlns:a16="http://schemas.microsoft.com/office/drawing/2014/main" id="{329F303B-B262-430E-0E4F-525497DE6C00}"/>
              </a:ext>
            </a:extLst>
          </p:cNvPr>
          <p:cNvSpPr/>
          <p:nvPr/>
        </p:nvSpPr>
        <p:spPr>
          <a:xfrm>
            <a:off x="3608463" y="4233220"/>
            <a:ext cx="418406" cy="418468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0" name="爱设计-19">
            <a:extLst>
              <a:ext uri="{FF2B5EF4-FFF2-40B4-BE49-F238E27FC236}">
                <a16:creationId xmlns:a16="http://schemas.microsoft.com/office/drawing/2014/main" id="{0A29E15F-31C4-560A-9C57-284FE61DFB24}"/>
              </a:ext>
            </a:extLst>
          </p:cNvPr>
          <p:cNvSpPr/>
          <p:nvPr/>
        </p:nvSpPr>
        <p:spPr>
          <a:xfrm>
            <a:off x="7149270" y="4233220"/>
            <a:ext cx="386310" cy="418468"/>
          </a:xfrm>
          <a:custGeom>
            <a:avLst/>
            <a:gdLst>
              <a:gd name="connsiteX0" fmla="*/ 712625 w 1425436"/>
              <a:gd name="connsiteY0" fmla="*/ 111621 h 1544091"/>
              <a:gd name="connsiteX1" fmla="*/ 902567 w 1425436"/>
              <a:gd name="connsiteY1" fmla="*/ 190314 h 1544091"/>
              <a:gd name="connsiteX2" fmla="*/ 981260 w 1425436"/>
              <a:gd name="connsiteY2" fmla="*/ 380256 h 1544091"/>
              <a:gd name="connsiteX3" fmla="*/ 902567 w 1425436"/>
              <a:gd name="connsiteY3" fmla="*/ 570198 h 1544091"/>
              <a:gd name="connsiteX4" fmla="*/ 712625 w 1425436"/>
              <a:gd name="connsiteY4" fmla="*/ 648891 h 1544091"/>
              <a:gd name="connsiteX5" fmla="*/ 522684 w 1425436"/>
              <a:gd name="connsiteY5" fmla="*/ 570198 h 1544091"/>
              <a:gd name="connsiteX6" fmla="*/ 444177 w 1425436"/>
              <a:gd name="connsiteY6" fmla="*/ 380070 h 1544091"/>
              <a:gd name="connsiteX7" fmla="*/ 522870 w 1425436"/>
              <a:gd name="connsiteY7" fmla="*/ 190128 h 1544091"/>
              <a:gd name="connsiteX8" fmla="*/ 712625 w 1425436"/>
              <a:gd name="connsiteY8" fmla="*/ 111621 h 1544091"/>
              <a:gd name="connsiteX9" fmla="*/ 712625 w 1425436"/>
              <a:gd name="connsiteY9" fmla="*/ 0 h 1544091"/>
              <a:gd name="connsiteX10" fmla="*/ 332556 w 1425436"/>
              <a:gd name="connsiteY10" fmla="*/ 380070 h 1544091"/>
              <a:gd name="connsiteX11" fmla="*/ 712625 w 1425436"/>
              <a:gd name="connsiteY11" fmla="*/ 760140 h 1544091"/>
              <a:gd name="connsiteX12" fmla="*/ 1092695 w 1425436"/>
              <a:gd name="connsiteY12" fmla="*/ 380070 h 1544091"/>
              <a:gd name="connsiteX13" fmla="*/ 712625 w 1425436"/>
              <a:gd name="connsiteY13" fmla="*/ 0 h 1544091"/>
              <a:gd name="connsiteX14" fmla="*/ 712625 w 1425436"/>
              <a:gd name="connsiteY14" fmla="*/ 943012 h 1544091"/>
              <a:gd name="connsiteX15" fmla="*/ 978842 w 1425436"/>
              <a:gd name="connsiteY15" fmla="*/ 976685 h 1544091"/>
              <a:gd name="connsiteX16" fmla="*/ 1146087 w 1425436"/>
              <a:gd name="connsiteY16" fmla="*/ 1059470 h 1544091"/>
              <a:gd name="connsiteX17" fmla="*/ 1248593 w 1425436"/>
              <a:gd name="connsiteY17" fmla="*/ 1174440 h 1544091"/>
              <a:gd name="connsiteX18" fmla="*/ 1310356 w 1425436"/>
              <a:gd name="connsiteY18" fmla="*/ 1316385 h 1544091"/>
              <a:gd name="connsiteX19" fmla="*/ 1296590 w 1425436"/>
              <a:gd name="connsiteY19" fmla="*/ 1390241 h 1544091"/>
              <a:gd name="connsiteX20" fmla="*/ 1208595 w 1425436"/>
              <a:gd name="connsiteY20" fmla="*/ 1432285 h 1544091"/>
              <a:gd name="connsiteX21" fmla="*/ 216842 w 1425436"/>
              <a:gd name="connsiteY21" fmla="*/ 1432285 h 1544091"/>
              <a:gd name="connsiteX22" fmla="*/ 128847 w 1425436"/>
              <a:gd name="connsiteY22" fmla="*/ 1390241 h 1544091"/>
              <a:gd name="connsiteX23" fmla="*/ 115081 w 1425436"/>
              <a:gd name="connsiteY23" fmla="*/ 1316385 h 1544091"/>
              <a:gd name="connsiteX24" fmla="*/ 176844 w 1425436"/>
              <a:gd name="connsiteY24" fmla="*/ 1174440 h 1544091"/>
              <a:gd name="connsiteX25" fmla="*/ 279350 w 1425436"/>
              <a:gd name="connsiteY25" fmla="*/ 1059470 h 1544091"/>
              <a:gd name="connsiteX26" fmla="*/ 446595 w 1425436"/>
              <a:gd name="connsiteY26" fmla="*/ 976685 h 1544091"/>
              <a:gd name="connsiteX27" fmla="*/ 712625 w 1425436"/>
              <a:gd name="connsiteY27" fmla="*/ 943012 h 1544091"/>
              <a:gd name="connsiteX28" fmla="*/ 712625 w 1425436"/>
              <a:gd name="connsiteY28" fmla="*/ 831391 h 1544091"/>
              <a:gd name="connsiteX29" fmla="*/ 8296 w 1425436"/>
              <a:gd name="connsiteY29" fmla="*/ 1284387 h 1544091"/>
              <a:gd name="connsiteX30" fmla="*/ 216842 w 1425436"/>
              <a:gd name="connsiteY30" fmla="*/ 1544092 h 1544091"/>
              <a:gd name="connsiteX31" fmla="*/ 1208595 w 1425436"/>
              <a:gd name="connsiteY31" fmla="*/ 1544092 h 1544091"/>
              <a:gd name="connsiteX32" fmla="*/ 1417141 w 1425436"/>
              <a:gd name="connsiteY32" fmla="*/ 1284387 h 1544091"/>
              <a:gd name="connsiteX33" fmla="*/ 712625 w 1425436"/>
              <a:gd name="connsiteY33" fmla="*/ 831391 h 1544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425436" h="1544091">
                <a:moveTo>
                  <a:pt x="712625" y="111621"/>
                </a:moveTo>
                <a:cubicBezTo>
                  <a:pt x="784435" y="111621"/>
                  <a:pt x="851780" y="139526"/>
                  <a:pt x="902567" y="190314"/>
                </a:cubicBezTo>
                <a:cubicBezTo>
                  <a:pt x="953355" y="241102"/>
                  <a:pt x="981260" y="308446"/>
                  <a:pt x="981260" y="380256"/>
                </a:cubicBezTo>
                <a:cubicBezTo>
                  <a:pt x="981260" y="452065"/>
                  <a:pt x="953355" y="519410"/>
                  <a:pt x="902567" y="570198"/>
                </a:cubicBezTo>
                <a:cubicBezTo>
                  <a:pt x="851780" y="620985"/>
                  <a:pt x="784435" y="648891"/>
                  <a:pt x="712625" y="648891"/>
                </a:cubicBezTo>
                <a:cubicBezTo>
                  <a:pt x="640816" y="648891"/>
                  <a:pt x="573471" y="620985"/>
                  <a:pt x="522684" y="570198"/>
                </a:cubicBezTo>
                <a:cubicBezTo>
                  <a:pt x="472082" y="519224"/>
                  <a:pt x="444177" y="451693"/>
                  <a:pt x="444177" y="380070"/>
                </a:cubicBezTo>
                <a:cubicBezTo>
                  <a:pt x="444177" y="308446"/>
                  <a:pt x="472082" y="240916"/>
                  <a:pt x="522870" y="190128"/>
                </a:cubicBezTo>
                <a:cubicBezTo>
                  <a:pt x="573471" y="139526"/>
                  <a:pt x="641002" y="111621"/>
                  <a:pt x="712625" y="111621"/>
                </a:cubicBezTo>
                <a:moveTo>
                  <a:pt x="712625" y="0"/>
                </a:moveTo>
                <a:cubicBezTo>
                  <a:pt x="502778" y="0"/>
                  <a:pt x="332556" y="170036"/>
                  <a:pt x="332556" y="380070"/>
                </a:cubicBezTo>
                <a:cubicBezTo>
                  <a:pt x="332556" y="589917"/>
                  <a:pt x="502778" y="760140"/>
                  <a:pt x="712625" y="760140"/>
                </a:cubicBezTo>
                <a:cubicBezTo>
                  <a:pt x="922473" y="760140"/>
                  <a:pt x="1092695" y="589917"/>
                  <a:pt x="1092695" y="380070"/>
                </a:cubicBezTo>
                <a:cubicBezTo>
                  <a:pt x="1092881" y="170036"/>
                  <a:pt x="922659" y="0"/>
                  <a:pt x="712625" y="0"/>
                </a:cubicBezTo>
                <a:close/>
                <a:moveTo>
                  <a:pt x="712625" y="943012"/>
                </a:moveTo>
                <a:cubicBezTo>
                  <a:pt x="813643" y="943012"/>
                  <a:pt x="903126" y="954360"/>
                  <a:pt x="978842" y="976685"/>
                </a:cubicBezTo>
                <a:cubicBezTo>
                  <a:pt x="1043582" y="995846"/>
                  <a:pt x="1099951" y="1023752"/>
                  <a:pt x="1146087" y="1059470"/>
                </a:cubicBezTo>
                <a:cubicBezTo>
                  <a:pt x="1186829" y="1091096"/>
                  <a:pt x="1220315" y="1128675"/>
                  <a:pt x="1248593" y="1174440"/>
                </a:cubicBezTo>
                <a:cubicBezTo>
                  <a:pt x="1273708" y="1215368"/>
                  <a:pt x="1293985" y="1261877"/>
                  <a:pt x="1310356" y="1316385"/>
                </a:cubicBezTo>
                <a:cubicBezTo>
                  <a:pt x="1320774" y="1350801"/>
                  <a:pt x="1306264" y="1377404"/>
                  <a:pt x="1296590" y="1390241"/>
                </a:cubicBezTo>
                <a:cubicBezTo>
                  <a:pt x="1276684" y="1417030"/>
                  <a:pt x="1244686" y="1432285"/>
                  <a:pt x="1208595" y="1432285"/>
                </a:cubicBezTo>
                <a:lnTo>
                  <a:pt x="216842" y="1432285"/>
                </a:lnTo>
                <a:cubicBezTo>
                  <a:pt x="180937" y="1432285"/>
                  <a:pt x="148753" y="1417030"/>
                  <a:pt x="128847" y="1390241"/>
                </a:cubicBezTo>
                <a:cubicBezTo>
                  <a:pt x="119359" y="1377404"/>
                  <a:pt x="104849" y="1350801"/>
                  <a:pt x="115081" y="1316385"/>
                </a:cubicBezTo>
                <a:cubicBezTo>
                  <a:pt x="131452" y="1261877"/>
                  <a:pt x="151543" y="1215368"/>
                  <a:pt x="176844" y="1174440"/>
                </a:cubicBezTo>
                <a:cubicBezTo>
                  <a:pt x="204936" y="1128675"/>
                  <a:pt x="238422" y="1090910"/>
                  <a:pt x="279350" y="1059470"/>
                </a:cubicBezTo>
                <a:cubicBezTo>
                  <a:pt x="325486" y="1023752"/>
                  <a:pt x="381855" y="995846"/>
                  <a:pt x="446595" y="976685"/>
                </a:cubicBezTo>
                <a:cubicBezTo>
                  <a:pt x="522125" y="954360"/>
                  <a:pt x="611794" y="943012"/>
                  <a:pt x="712625" y="943012"/>
                </a:cubicBezTo>
                <a:moveTo>
                  <a:pt x="712625" y="831391"/>
                </a:moveTo>
                <a:cubicBezTo>
                  <a:pt x="244561" y="831391"/>
                  <a:pt x="77501" y="1053331"/>
                  <a:pt x="8296" y="1284387"/>
                </a:cubicBezTo>
                <a:cubicBezTo>
                  <a:pt x="-30771" y="1414611"/>
                  <a:pt x="73037" y="1544092"/>
                  <a:pt x="216842" y="1544092"/>
                </a:cubicBezTo>
                <a:lnTo>
                  <a:pt x="1208595" y="1544092"/>
                </a:lnTo>
                <a:cubicBezTo>
                  <a:pt x="1352400" y="1544092"/>
                  <a:pt x="1456208" y="1414611"/>
                  <a:pt x="1417141" y="1284387"/>
                </a:cubicBezTo>
                <a:cubicBezTo>
                  <a:pt x="1347750" y="1053331"/>
                  <a:pt x="1180690" y="831391"/>
                  <a:pt x="712625" y="831391"/>
                </a:cubicBez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1" name="爱设计-20">
            <a:extLst>
              <a:ext uri="{FF2B5EF4-FFF2-40B4-BE49-F238E27FC236}">
                <a16:creationId xmlns:a16="http://schemas.microsoft.com/office/drawing/2014/main" id="{E7E61738-B56A-E8C5-30F9-52CD927EB9BB}"/>
              </a:ext>
            </a:extLst>
          </p:cNvPr>
          <p:cNvSpPr/>
          <p:nvPr/>
        </p:nvSpPr>
        <p:spPr>
          <a:xfrm>
            <a:off x="10583647" y="4239971"/>
            <a:ext cx="418468" cy="404967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  <p:sp>
        <p:nvSpPr>
          <p:cNvPr id="22" name="爱设计-21">
            <a:extLst>
              <a:ext uri="{FF2B5EF4-FFF2-40B4-BE49-F238E27FC236}">
                <a16:creationId xmlns:a16="http://schemas.microsoft.com/office/drawing/2014/main" id="{2CBBB812-9968-0901-EA44-1067B4EB0C9D}"/>
              </a:ext>
            </a:extLst>
          </p:cNvPr>
          <p:cNvSpPr txBox="1"/>
          <p:nvPr/>
        </p:nvSpPr>
        <p:spPr>
          <a:xfrm>
            <a:off x="4742979" y="2664701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NO.2</a:t>
            </a:r>
          </a:p>
        </p:txBody>
      </p:sp>
      <p:sp>
        <p:nvSpPr>
          <p:cNvPr id="23" name="爱设计-22">
            <a:extLst>
              <a:ext uri="{FF2B5EF4-FFF2-40B4-BE49-F238E27FC236}">
                <a16:creationId xmlns:a16="http://schemas.microsoft.com/office/drawing/2014/main" id="{236B1593-F51B-8909-F9E0-7739FFE70EF5}"/>
              </a:ext>
            </a:extLst>
          </p:cNvPr>
          <p:cNvSpPr txBox="1"/>
          <p:nvPr/>
        </p:nvSpPr>
        <p:spPr>
          <a:xfrm>
            <a:off x="1228773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NO.3</a:t>
            </a:r>
          </a:p>
        </p:txBody>
      </p:sp>
      <p:sp>
        <p:nvSpPr>
          <p:cNvPr id="24" name="爱设计-23">
            <a:extLst>
              <a:ext uri="{FF2B5EF4-FFF2-40B4-BE49-F238E27FC236}">
                <a16:creationId xmlns:a16="http://schemas.microsoft.com/office/drawing/2014/main" id="{A1A2FB40-094F-58B6-9D5D-30FEE79AD5FB}"/>
              </a:ext>
            </a:extLst>
          </p:cNvPr>
          <p:cNvSpPr txBox="1"/>
          <p:nvPr/>
        </p:nvSpPr>
        <p:spPr>
          <a:xfrm>
            <a:off x="4742979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NO.4</a:t>
            </a:r>
          </a:p>
        </p:txBody>
      </p:sp>
      <p:sp>
        <p:nvSpPr>
          <p:cNvPr id="25" name="爱设计-24">
            <a:extLst>
              <a:ext uri="{FF2B5EF4-FFF2-40B4-BE49-F238E27FC236}">
                <a16:creationId xmlns:a16="http://schemas.microsoft.com/office/drawing/2014/main" id="{DCDCB86C-5E3D-1A85-388A-26685E41259D}"/>
              </a:ext>
            </a:extLst>
          </p:cNvPr>
          <p:cNvSpPr txBox="1"/>
          <p:nvPr/>
        </p:nvSpPr>
        <p:spPr>
          <a:xfrm>
            <a:off x="8257186" y="4779682"/>
            <a:ext cx="11201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all" spc="0" normalizeH="0" baseline="0" noProof="0" dirty="0">
                <a:ln>
                  <a:noFill/>
                </a:ln>
                <a:solidFill>
                  <a:schemeClr val="accent1">
                    <a:alpha val="70000"/>
                  </a:schemeClr>
                </a:solidFill>
                <a:effectLst/>
                <a:uLnTx/>
                <a:uFillTx/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rPr>
              <a:t>NO.5</a:t>
            </a:r>
          </a:p>
        </p:txBody>
      </p:sp>
      <p:sp>
        <p:nvSpPr>
          <p:cNvPr id="26" name="爱设计-25">
            <a:extLst>
              <a:ext uri="{FF2B5EF4-FFF2-40B4-BE49-F238E27FC236}">
                <a16:creationId xmlns:a16="http://schemas.microsoft.com/office/drawing/2014/main" id="{02BEC469-2372-5D2A-097D-9DF53F84DAE3}"/>
              </a:ext>
            </a:extLst>
          </p:cNvPr>
          <p:cNvSpPr txBox="1"/>
          <p:nvPr/>
        </p:nvSpPr>
        <p:spPr>
          <a:xfrm>
            <a:off x="8301488" y="2872540"/>
            <a:ext cx="2785748" cy="56233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spcAft>
                <a:spcPts val="500"/>
              </a:spcAft>
              <a:defRPr>
                <a:solidFill>
                  <a:schemeClr val="accent1"/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五大特征</a:t>
            </a:r>
          </a:p>
        </p:txBody>
      </p:sp>
      <p:sp>
        <p:nvSpPr>
          <p:cNvPr id="27" name="爱设计-26">
            <a:extLst>
              <a:ext uri="{FF2B5EF4-FFF2-40B4-BE49-F238E27FC236}">
                <a16:creationId xmlns:a16="http://schemas.microsoft.com/office/drawing/2014/main" id="{8202DEF3-5245-08CE-B29C-B6F3B0F53848}"/>
              </a:ext>
            </a:extLst>
          </p:cNvPr>
          <p:cNvSpPr/>
          <p:nvPr/>
        </p:nvSpPr>
        <p:spPr>
          <a:xfrm>
            <a:off x="8330063" y="2729788"/>
            <a:ext cx="839337" cy="108274"/>
          </a:xfrm>
          <a:prstGeom prst="rect">
            <a:avLst/>
          </a:prstGeom>
          <a:solidFill>
            <a:schemeClr val="bg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L" panose="00020600040101010101" pitchFamily="18" charset="-122"/>
              <a:ea typeface="OPPOSans L" panose="00020600040101010101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2932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3231654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如何成为高效程序员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How To Become An Efficient Programmer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4C42A11B-1BDF-9C36-2BEF-1D2312ABFA04}"/>
              </a:ext>
            </a:extLst>
          </p:cNvPr>
          <p:cNvGrpSpPr/>
          <p:nvPr/>
        </p:nvGrpSpPr>
        <p:grpSpPr>
          <a:xfrm>
            <a:off x="5878506" y="1028700"/>
            <a:ext cx="5640394" cy="5640381"/>
            <a:chOff x="5689098" y="710457"/>
            <a:chExt cx="5640394" cy="5640381"/>
          </a:xfrm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51A654DB-6E7F-6081-84DD-DE647B6CB800}"/>
                </a:ext>
              </a:extLst>
            </p:cNvPr>
            <p:cNvSpPr/>
            <p:nvPr/>
          </p:nvSpPr>
          <p:spPr>
            <a:xfrm>
              <a:off x="6884728" y="1906085"/>
              <a:ext cx="3249133" cy="3249126"/>
            </a:xfrm>
            <a:prstGeom prst="donut">
              <a:avLst>
                <a:gd name="adj" fmla="val 12816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/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B78F6BDC-BF6E-5413-373C-0E4D04AD7D65}"/>
                </a:ext>
              </a:extLst>
            </p:cNvPr>
            <p:cNvSpPr/>
            <p:nvPr/>
          </p:nvSpPr>
          <p:spPr>
            <a:xfrm>
              <a:off x="6486185" y="1507542"/>
              <a:ext cx="4046220" cy="4046211"/>
            </a:xfrm>
            <a:prstGeom prst="donut">
              <a:avLst>
                <a:gd name="adj" fmla="val 11018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>
                    <a:lumMod val="100000"/>
                  </a:schemeClr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84C6F674-131C-D48A-33D1-D2625FC042B5}"/>
                </a:ext>
              </a:extLst>
            </p:cNvPr>
            <p:cNvSpPr/>
            <p:nvPr/>
          </p:nvSpPr>
          <p:spPr>
            <a:xfrm>
              <a:off x="6087641" y="1109000"/>
              <a:ext cx="4843307" cy="4843296"/>
            </a:xfrm>
            <a:prstGeom prst="donut">
              <a:avLst>
                <a:gd name="adj" fmla="val 9221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>
                    <a:lumMod val="100000"/>
                  </a:schemeClr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9" name="爱设计-4-4">
              <a:extLst>
                <a:ext uri="{FF2B5EF4-FFF2-40B4-BE49-F238E27FC236}">
                  <a16:creationId xmlns:a16="http://schemas.microsoft.com/office/drawing/2014/main" id="{D196493A-526B-4703-E36F-16496463CE71}"/>
                </a:ext>
              </a:extLst>
            </p:cNvPr>
            <p:cNvSpPr/>
            <p:nvPr/>
          </p:nvSpPr>
          <p:spPr>
            <a:xfrm>
              <a:off x="5689098" y="710457"/>
              <a:ext cx="5640394" cy="5640381"/>
            </a:xfrm>
            <a:prstGeom prst="donut">
              <a:avLst>
                <a:gd name="adj" fmla="val 7423"/>
              </a:avLst>
            </a:prstGeom>
            <a:gradFill>
              <a:gsLst>
                <a:gs pos="0">
                  <a:schemeClr val="accent1">
                    <a:lumMod val="10000"/>
                    <a:lumOff val="9000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5400000" scaled="1"/>
            </a:gradFill>
            <a:ln w="12700" cap="flat" cmpd="sng" algn="ctr">
              <a:noFill/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 rtlCol="0" anchor="ctr">
              <a:noAutofit/>
            </a:bodyPr>
            <a:lstStyle/>
            <a:p>
              <a:pPr algn="ctr"/>
              <a:endParaRPr sz="4800" dirty="0">
                <a:ln w="6350">
                  <a:noFill/>
                </a:ln>
                <a:solidFill>
                  <a:schemeClr val="bg1"/>
                </a:solidFill>
                <a:effectLst>
                  <a:glow rad="63500">
                    <a:srgbClr val="FFFFFF">
                      <a:alpha val="5000"/>
                    </a:srgbClr>
                  </a:glow>
                  <a:outerShdw blurRad="279400" dist="203200" dir="8160000" algn="t" rotWithShape="0">
                    <a:prstClr val="black">
                      <a:alpha val="20000"/>
                    </a:prstClr>
                  </a:outerShdw>
                </a:effectLst>
                <a:cs typeface="+mn-ea"/>
                <a:sym typeface="+mn-lt"/>
              </a:endParaRPr>
            </a:p>
          </p:txBody>
        </p:sp>
        <p:sp>
          <p:nvSpPr>
            <p:cNvPr id="10" name="爱设计-4-5">
              <a:extLst>
                <a:ext uri="{FF2B5EF4-FFF2-40B4-BE49-F238E27FC236}">
                  <a16:creationId xmlns:a16="http://schemas.microsoft.com/office/drawing/2014/main" id="{7D5A7C9B-F1B7-F123-F18F-EB0EB88AEBB8}"/>
                </a:ext>
              </a:extLst>
            </p:cNvPr>
            <p:cNvSpPr/>
            <p:nvPr/>
          </p:nvSpPr>
          <p:spPr>
            <a:xfrm>
              <a:off x="7767726" y="103812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1" name="爱设计-4-6">
              <a:extLst>
                <a:ext uri="{FF2B5EF4-FFF2-40B4-BE49-F238E27FC236}">
                  <a16:creationId xmlns:a16="http://schemas.microsoft.com/office/drawing/2014/main" id="{FDB7F50E-B9CF-19A4-87E1-E90E0893CA85}"/>
                </a:ext>
              </a:extLst>
            </p:cNvPr>
            <p:cNvSpPr txBox="1"/>
            <p:nvPr/>
          </p:nvSpPr>
          <p:spPr>
            <a:xfrm>
              <a:off x="7866762" y="1448607"/>
              <a:ext cx="1259544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高效的基本准则</a:t>
              </a:r>
            </a:p>
          </p:txBody>
        </p:sp>
        <p:sp>
          <p:nvSpPr>
            <p:cNvPr id="12" name="爱设计-4-7">
              <a:extLst>
                <a:ext uri="{FF2B5EF4-FFF2-40B4-BE49-F238E27FC236}">
                  <a16:creationId xmlns:a16="http://schemas.microsoft.com/office/drawing/2014/main" id="{BEEDCF46-3503-3B89-E3C7-FBC3D7239EA6}"/>
                </a:ext>
              </a:extLst>
            </p:cNvPr>
            <p:cNvSpPr/>
            <p:nvPr/>
          </p:nvSpPr>
          <p:spPr>
            <a:xfrm>
              <a:off x="9328705" y="377360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3" name="爱设计-4-8">
              <a:extLst>
                <a:ext uri="{FF2B5EF4-FFF2-40B4-BE49-F238E27FC236}">
                  <a16:creationId xmlns:a16="http://schemas.microsoft.com/office/drawing/2014/main" id="{459675D9-A281-72BA-65F3-98F00C1E0E43}"/>
                </a:ext>
              </a:extLst>
            </p:cNvPr>
            <p:cNvSpPr/>
            <p:nvPr/>
          </p:nvSpPr>
          <p:spPr>
            <a:xfrm>
              <a:off x="6232268" y="3773606"/>
              <a:ext cx="1457617" cy="1457611"/>
            </a:xfrm>
            <a:prstGeom prst="ellipse">
              <a:avLst/>
            </a:prstGeom>
            <a:solidFill>
              <a:schemeClr val="bg1"/>
            </a:solidFill>
            <a:ln w="38100" cap="flat" cmpd="sng" algn="ctr">
              <a:solidFill>
                <a:schemeClr val="accent1"/>
              </a:solidFill>
              <a:prstDash val="solid"/>
              <a:miter lim="800000"/>
            </a:ln>
            <a:effectLst>
              <a:outerShdw blurRad="254000" dist="190500" dir="2700000" sx="105000" sy="105000" algn="t" rotWithShape="0">
                <a:schemeClr val="accent1">
                  <a:lumMod val="50000"/>
                  <a:alpha val="20000"/>
                </a:schemeClr>
              </a:outerShdw>
            </a:effectLst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sz="2000" dirty="0">
                <a:solidFill>
                  <a:schemeClr val="l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endParaRPr>
            </a:p>
          </p:txBody>
        </p:sp>
        <p:sp>
          <p:nvSpPr>
            <p:cNvPr id="14" name="爱设计-4-9">
              <a:extLst>
                <a:ext uri="{FF2B5EF4-FFF2-40B4-BE49-F238E27FC236}">
                  <a16:creationId xmlns:a16="http://schemas.microsoft.com/office/drawing/2014/main" id="{079B75E5-6138-4D66-278D-C0C2C5D2F217}"/>
                </a:ext>
              </a:extLst>
            </p:cNvPr>
            <p:cNvSpPr txBox="1"/>
            <p:nvPr/>
          </p:nvSpPr>
          <p:spPr>
            <a:xfrm>
              <a:off x="6473424" y="4184087"/>
              <a:ext cx="975303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高效项目管理</a:t>
              </a:r>
            </a:p>
          </p:txBody>
        </p:sp>
        <p:sp>
          <p:nvSpPr>
            <p:cNvPr id="15" name="爱设计-4-10">
              <a:extLst>
                <a:ext uri="{FF2B5EF4-FFF2-40B4-BE49-F238E27FC236}">
                  <a16:creationId xmlns:a16="http://schemas.microsoft.com/office/drawing/2014/main" id="{7557C86C-8AEA-4CA7-01E2-2ADA6B296ADA}"/>
                </a:ext>
              </a:extLst>
            </p:cNvPr>
            <p:cNvSpPr txBox="1"/>
            <p:nvPr/>
          </p:nvSpPr>
          <p:spPr>
            <a:xfrm>
              <a:off x="9569862" y="4184087"/>
              <a:ext cx="975303" cy="64870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高效程序员开发</a:t>
              </a:r>
            </a:p>
          </p:txBody>
        </p:sp>
        <p:sp>
          <p:nvSpPr>
            <p:cNvPr id="16" name="爱设计-4-11">
              <a:extLst>
                <a:ext uri="{FF2B5EF4-FFF2-40B4-BE49-F238E27FC236}">
                  <a16:creationId xmlns:a16="http://schemas.microsoft.com/office/drawing/2014/main" id="{137F1506-918F-5348-6227-ACB021E2B748}"/>
                </a:ext>
              </a:extLst>
            </p:cNvPr>
            <p:cNvSpPr txBox="1"/>
            <p:nvPr/>
          </p:nvSpPr>
          <p:spPr>
            <a:xfrm>
              <a:off x="7667497" y="2943499"/>
              <a:ext cx="1683595" cy="123110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三个</a:t>
              </a:r>
              <a:br>
                <a:rPr lang="en-US" altLang="zh-CN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</a:br>
              <a:r>
                <a:rPr lang="zh-CN" altLang="en-US" sz="4000" dirty="0">
                  <a:solidFill>
                    <a:schemeClr val="accent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  <a:sym typeface="+mn-lt"/>
                </a:rPr>
                <a:t>方面</a:t>
              </a:r>
            </a:p>
          </p:txBody>
        </p:sp>
      </p:grpSp>
      <p:grpSp>
        <p:nvGrpSpPr>
          <p:cNvPr id="21" name="爱设计-5">
            <a:extLst>
              <a:ext uri="{FF2B5EF4-FFF2-40B4-BE49-F238E27FC236}">
                <a16:creationId xmlns:a16="http://schemas.microsoft.com/office/drawing/2014/main" id="{68C89CDD-7BCD-1A0B-622D-00B62176A055}"/>
              </a:ext>
            </a:extLst>
          </p:cNvPr>
          <p:cNvGrpSpPr/>
          <p:nvPr/>
        </p:nvGrpSpPr>
        <p:grpSpPr>
          <a:xfrm>
            <a:off x="565467" y="2162228"/>
            <a:ext cx="4750291" cy="3373324"/>
            <a:chOff x="565467" y="2342208"/>
            <a:chExt cx="4750291" cy="3373324"/>
          </a:xfrm>
        </p:grpSpPr>
        <p:sp>
          <p:nvSpPr>
            <p:cNvPr id="18" name="爱设计-5-1">
              <a:extLst>
                <a:ext uri="{FF2B5EF4-FFF2-40B4-BE49-F238E27FC236}">
                  <a16:creationId xmlns:a16="http://schemas.microsoft.com/office/drawing/2014/main" id="{31DACA76-84D6-934D-C0F6-7E437C945F22}"/>
                </a:ext>
              </a:extLst>
            </p:cNvPr>
            <p:cNvSpPr txBox="1"/>
            <p:nvPr/>
          </p:nvSpPr>
          <p:spPr>
            <a:xfrm flipH="1">
              <a:off x="565467" y="2652642"/>
              <a:ext cx="4750291" cy="306289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时间管理的关键是要事第一原则。在时间管理矩阵中，按照重要性和紧急性可以把事情分为四类：重要紧急、重要不紧急、不紧急重要、不紧急不重要。大量的时间应该花在那些重要不紧急的事情上。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学会工作授权不仅仅是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leader</a:t>
              </a: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要做的，普通的一线程序员也要有这个意识，否则会被大量紧急不重要或者不紧急也不重要的事情缠身，效率也不可能高。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  <a:p>
              <a:pPr marL="285750" indent="-285750" algn="just">
                <a:lnSpc>
                  <a:spcPct val="130000"/>
                </a:lnSpc>
                <a:buFont typeface="Arial" panose="020B0604020202020204" pitchFamily="34" charset="0"/>
                <a:buChar char="•"/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OPPOSans R" panose="00020600040101010101" pitchFamily="18" charset="-122"/>
                </a:rPr>
                <a:t>程序员作为实现需求的一方，需要在需求方（不管是产品还是运营还是老板）传达需求的时候充分理解需求</a:t>
              </a:r>
              <a:endPara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endParaRPr>
            </a:p>
          </p:txBody>
        </p:sp>
        <p:cxnSp>
          <p:nvCxnSpPr>
            <p:cNvPr id="19" name="爱设计-5-2">
              <a:extLst>
                <a:ext uri="{FF2B5EF4-FFF2-40B4-BE49-F238E27FC236}">
                  <a16:creationId xmlns:a16="http://schemas.microsoft.com/office/drawing/2014/main" id="{8B74A0B5-8E94-467E-F953-A039D9C2C47D}"/>
                </a:ext>
              </a:extLst>
            </p:cNvPr>
            <p:cNvCxnSpPr>
              <a:cxnSpLocks/>
            </p:cNvCxnSpPr>
            <p:nvPr/>
          </p:nvCxnSpPr>
          <p:spPr>
            <a:xfrm>
              <a:off x="849948" y="2342208"/>
              <a:ext cx="697128" cy="0"/>
            </a:xfrm>
            <a:prstGeom prst="line">
              <a:avLst/>
            </a:prstGeom>
            <a:ln w="698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607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51350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高效的基本准则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Basic Principles Of Efficiency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爱设计-4">
            <a:extLst>
              <a:ext uri="{FF2B5EF4-FFF2-40B4-BE49-F238E27FC236}">
                <a16:creationId xmlns:a16="http://schemas.microsoft.com/office/drawing/2014/main" id="{EF6AA630-0480-CF74-2C77-03DF1F7C23B4}"/>
              </a:ext>
            </a:extLst>
          </p:cNvPr>
          <p:cNvGrpSpPr/>
          <p:nvPr/>
        </p:nvGrpSpPr>
        <p:grpSpPr>
          <a:xfrm>
            <a:off x="724864" y="2160169"/>
            <a:ext cx="2228563" cy="2950307"/>
            <a:chOff x="839162" y="2009698"/>
            <a:chExt cx="2228563" cy="2950307"/>
          </a:xfrm>
        </p:grpSpPr>
        <p:sp>
          <p:nvSpPr>
            <p:cNvPr id="4" name="爱设计-4-1">
              <a:extLst>
                <a:ext uri="{FF2B5EF4-FFF2-40B4-BE49-F238E27FC236}">
                  <a16:creationId xmlns:a16="http://schemas.microsoft.com/office/drawing/2014/main" id="{96F49106-D29B-2307-6E34-CF5D69767167}"/>
                </a:ext>
              </a:extLst>
            </p:cNvPr>
            <p:cNvSpPr/>
            <p:nvPr/>
          </p:nvSpPr>
          <p:spPr>
            <a:xfrm>
              <a:off x="839162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5" name="爱设计-4-2">
              <a:extLst>
                <a:ext uri="{FF2B5EF4-FFF2-40B4-BE49-F238E27FC236}">
                  <a16:creationId xmlns:a16="http://schemas.microsoft.com/office/drawing/2014/main" id="{DE949063-1A9F-AAF6-6C27-B86586941B66}"/>
                </a:ext>
              </a:extLst>
            </p:cNvPr>
            <p:cNvSpPr txBox="1"/>
            <p:nvPr/>
          </p:nvSpPr>
          <p:spPr>
            <a:xfrm>
              <a:off x="1156623" y="3909538"/>
              <a:ext cx="1593640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原则一：对工作要有整体印象</a:t>
              </a:r>
            </a:p>
          </p:txBody>
        </p:sp>
        <p:cxnSp>
          <p:nvCxnSpPr>
            <p:cNvPr id="9" name="爱设计-4-3">
              <a:extLst>
                <a:ext uri="{FF2B5EF4-FFF2-40B4-BE49-F238E27FC236}">
                  <a16:creationId xmlns:a16="http://schemas.microsoft.com/office/drawing/2014/main" id="{B4A1B2C2-E0C9-7AEC-5EFE-0809D1ED60D3}"/>
                </a:ext>
              </a:extLst>
            </p:cNvPr>
            <p:cNvCxnSpPr>
              <a:cxnSpLocks/>
            </p:cNvCxnSpPr>
            <p:nvPr/>
          </p:nvCxnSpPr>
          <p:spPr>
            <a:xfrm>
              <a:off x="1769126" y="3608660"/>
              <a:ext cx="36863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爱设计-4-4">
              <a:extLst>
                <a:ext uri="{FF2B5EF4-FFF2-40B4-BE49-F238E27FC236}">
                  <a16:creationId xmlns:a16="http://schemas.microsoft.com/office/drawing/2014/main" id="{2AD3C9E4-B992-E71F-3287-421503A114F9}"/>
                </a:ext>
              </a:extLst>
            </p:cNvPr>
            <p:cNvSpPr/>
            <p:nvPr/>
          </p:nvSpPr>
          <p:spPr>
            <a:xfrm>
              <a:off x="1384153" y="2267856"/>
              <a:ext cx="1138581" cy="113858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0" name="爱设计-4-5">
              <a:extLst>
                <a:ext uri="{FF2B5EF4-FFF2-40B4-BE49-F238E27FC236}">
                  <a16:creationId xmlns:a16="http://schemas.microsoft.com/office/drawing/2014/main" id="{1265311A-9EE7-BC3E-0EB8-3EC30F6BF935}"/>
                </a:ext>
              </a:extLst>
            </p:cNvPr>
            <p:cNvSpPr/>
            <p:nvPr/>
          </p:nvSpPr>
          <p:spPr>
            <a:xfrm>
              <a:off x="1481262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1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7" name="爱设计-4-6">
              <a:extLst>
                <a:ext uri="{FF2B5EF4-FFF2-40B4-BE49-F238E27FC236}">
                  <a16:creationId xmlns:a16="http://schemas.microsoft.com/office/drawing/2014/main" id="{BB5A91F1-5239-2FA5-A5B7-7449CB3F9286}"/>
                </a:ext>
              </a:extLst>
            </p:cNvPr>
            <p:cNvSpPr/>
            <p:nvPr/>
          </p:nvSpPr>
          <p:spPr>
            <a:xfrm>
              <a:off x="1736128" y="2619831"/>
              <a:ext cx="434632" cy="434632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1" name="爱设计-5">
            <a:extLst>
              <a:ext uri="{FF2B5EF4-FFF2-40B4-BE49-F238E27FC236}">
                <a16:creationId xmlns:a16="http://schemas.microsoft.com/office/drawing/2014/main" id="{C98961B7-F79F-E7B3-CD96-ED4AF41F762B}"/>
              </a:ext>
            </a:extLst>
          </p:cNvPr>
          <p:cNvGrpSpPr/>
          <p:nvPr/>
        </p:nvGrpSpPr>
        <p:grpSpPr>
          <a:xfrm>
            <a:off x="6248272" y="2160169"/>
            <a:ext cx="2228563" cy="2950307"/>
            <a:chOff x="5878206" y="2009698"/>
            <a:chExt cx="2228563" cy="2950307"/>
          </a:xfrm>
        </p:grpSpPr>
        <p:sp>
          <p:nvSpPr>
            <p:cNvPr id="10" name="爱设计-5-1">
              <a:extLst>
                <a:ext uri="{FF2B5EF4-FFF2-40B4-BE49-F238E27FC236}">
                  <a16:creationId xmlns:a16="http://schemas.microsoft.com/office/drawing/2014/main" id="{13288CBC-4F19-DF29-D85E-4C4572D97822}"/>
                </a:ext>
              </a:extLst>
            </p:cNvPr>
            <p:cNvSpPr/>
            <p:nvPr/>
          </p:nvSpPr>
          <p:spPr>
            <a:xfrm>
              <a:off x="5878206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1" name="爱设计-5-2">
              <a:extLst>
                <a:ext uri="{FF2B5EF4-FFF2-40B4-BE49-F238E27FC236}">
                  <a16:creationId xmlns:a16="http://schemas.microsoft.com/office/drawing/2014/main" id="{598E740C-3863-5071-C7DB-300CA6C82FF2}"/>
                </a:ext>
              </a:extLst>
            </p:cNvPr>
            <p:cNvSpPr txBox="1"/>
            <p:nvPr/>
          </p:nvSpPr>
          <p:spPr>
            <a:xfrm>
              <a:off x="5970410" y="3909538"/>
              <a:ext cx="2044158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原则三：不要重复</a:t>
              </a:r>
              <a:br>
                <a:rPr lang="en-US" altLang="zh-CN" dirty="0">
                  <a:latin typeface="+mn-ea"/>
                  <a:ea typeface="+mn-ea"/>
                </a:rPr>
              </a:br>
              <a:r>
                <a:rPr lang="zh-CN" altLang="en-US" dirty="0">
                  <a:latin typeface="+mn-ea"/>
                  <a:ea typeface="+mn-ea"/>
                </a:rPr>
                <a:t>造轮子</a:t>
              </a:r>
            </a:p>
          </p:txBody>
        </p:sp>
        <p:cxnSp>
          <p:nvCxnSpPr>
            <p:cNvPr id="12" name="爱设计-5-3">
              <a:extLst>
                <a:ext uri="{FF2B5EF4-FFF2-40B4-BE49-F238E27FC236}">
                  <a16:creationId xmlns:a16="http://schemas.microsoft.com/office/drawing/2014/main" id="{73EEF5A1-D83F-93DD-477A-52418FF13FAD}"/>
                </a:ext>
              </a:extLst>
            </p:cNvPr>
            <p:cNvCxnSpPr>
              <a:cxnSpLocks/>
            </p:cNvCxnSpPr>
            <p:nvPr/>
          </p:nvCxnSpPr>
          <p:spPr>
            <a:xfrm>
              <a:off x="6808170" y="3608660"/>
              <a:ext cx="368634" cy="0"/>
            </a:xfrm>
            <a:prstGeom prst="line">
              <a:avLst/>
            </a:prstGeom>
            <a:ln w="508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爱设计-5-4">
              <a:extLst>
                <a:ext uri="{FF2B5EF4-FFF2-40B4-BE49-F238E27FC236}">
                  <a16:creationId xmlns:a16="http://schemas.microsoft.com/office/drawing/2014/main" id="{BAC4D93D-4F72-BE72-0451-21ADCC727737}"/>
                </a:ext>
              </a:extLst>
            </p:cNvPr>
            <p:cNvSpPr/>
            <p:nvPr/>
          </p:nvSpPr>
          <p:spPr>
            <a:xfrm>
              <a:off x="6423197" y="2267856"/>
              <a:ext cx="1138581" cy="1138581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4" name="爱设计-5-5">
              <a:extLst>
                <a:ext uri="{FF2B5EF4-FFF2-40B4-BE49-F238E27FC236}">
                  <a16:creationId xmlns:a16="http://schemas.microsoft.com/office/drawing/2014/main" id="{49542739-6835-43F8-67A2-61B5BAA2BCF9}"/>
                </a:ext>
              </a:extLst>
            </p:cNvPr>
            <p:cNvSpPr/>
            <p:nvPr/>
          </p:nvSpPr>
          <p:spPr>
            <a:xfrm>
              <a:off x="6520306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1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8" name="爱设计-5-6">
              <a:extLst>
                <a:ext uri="{FF2B5EF4-FFF2-40B4-BE49-F238E27FC236}">
                  <a16:creationId xmlns:a16="http://schemas.microsoft.com/office/drawing/2014/main" id="{6D7B5734-F2D1-574B-0D6E-5EBC26E79DDC}"/>
                </a:ext>
              </a:extLst>
            </p:cNvPr>
            <p:cNvSpPr/>
            <p:nvPr/>
          </p:nvSpPr>
          <p:spPr>
            <a:xfrm>
              <a:off x="6782742" y="2619045"/>
              <a:ext cx="419491" cy="436203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0" name="爱设计-6">
            <a:extLst>
              <a:ext uri="{FF2B5EF4-FFF2-40B4-BE49-F238E27FC236}">
                <a16:creationId xmlns:a16="http://schemas.microsoft.com/office/drawing/2014/main" id="{C0BB5F03-6FFC-A8BD-CCC6-2E0DF3F3F920}"/>
              </a:ext>
            </a:extLst>
          </p:cNvPr>
          <p:cNvGrpSpPr/>
          <p:nvPr/>
        </p:nvGrpSpPr>
        <p:grpSpPr>
          <a:xfrm>
            <a:off x="9009977" y="2160169"/>
            <a:ext cx="2228563" cy="2950307"/>
            <a:chOff x="8397728" y="2009698"/>
            <a:chExt cx="2228563" cy="2950307"/>
          </a:xfrm>
        </p:grpSpPr>
        <p:sp>
          <p:nvSpPr>
            <p:cNvPr id="13" name="爱设计-6-1">
              <a:extLst>
                <a:ext uri="{FF2B5EF4-FFF2-40B4-BE49-F238E27FC236}">
                  <a16:creationId xmlns:a16="http://schemas.microsoft.com/office/drawing/2014/main" id="{1B757B83-F549-782E-6408-76589DE471D7}"/>
                </a:ext>
              </a:extLst>
            </p:cNvPr>
            <p:cNvSpPr/>
            <p:nvPr/>
          </p:nvSpPr>
          <p:spPr>
            <a:xfrm>
              <a:off x="8397728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4" name="爱设计-6-2">
              <a:extLst>
                <a:ext uri="{FF2B5EF4-FFF2-40B4-BE49-F238E27FC236}">
                  <a16:creationId xmlns:a16="http://schemas.microsoft.com/office/drawing/2014/main" id="{ECCB87D4-E656-16E2-60AB-F5CC591EFC4C}"/>
                </a:ext>
              </a:extLst>
            </p:cNvPr>
            <p:cNvSpPr txBox="1"/>
            <p:nvPr/>
          </p:nvSpPr>
          <p:spPr>
            <a:xfrm>
              <a:off x="8643984" y="3909538"/>
              <a:ext cx="1736052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原则四：凡事提前，先行一步</a:t>
              </a:r>
            </a:p>
          </p:txBody>
        </p:sp>
        <p:cxnSp>
          <p:nvCxnSpPr>
            <p:cNvPr id="15" name="爱设计-6-3">
              <a:extLst>
                <a:ext uri="{FF2B5EF4-FFF2-40B4-BE49-F238E27FC236}">
                  <a16:creationId xmlns:a16="http://schemas.microsoft.com/office/drawing/2014/main" id="{04983779-A19B-D337-8FC7-C96E89CFA1C8}"/>
                </a:ext>
              </a:extLst>
            </p:cNvPr>
            <p:cNvCxnSpPr>
              <a:cxnSpLocks/>
            </p:cNvCxnSpPr>
            <p:nvPr/>
          </p:nvCxnSpPr>
          <p:spPr>
            <a:xfrm>
              <a:off x="9327693" y="3608660"/>
              <a:ext cx="368634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爱设计-6-4">
              <a:extLst>
                <a:ext uri="{FF2B5EF4-FFF2-40B4-BE49-F238E27FC236}">
                  <a16:creationId xmlns:a16="http://schemas.microsoft.com/office/drawing/2014/main" id="{7CFA2633-0704-FFF0-B171-F00E031B77BF}"/>
                </a:ext>
              </a:extLst>
            </p:cNvPr>
            <p:cNvSpPr/>
            <p:nvPr/>
          </p:nvSpPr>
          <p:spPr>
            <a:xfrm>
              <a:off x="8942719" y="2267856"/>
              <a:ext cx="1138581" cy="1138581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6" name="爱设计-6-5">
              <a:extLst>
                <a:ext uri="{FF2B5EF4-FFF2-40B4-BE49-F238E27FC236}">
                  <a16:creationId xmlns:a16="http://schemas.microsoft.com/office/drawing/2014/main" id="{2AA5296E-91E9-3985-B51C-A9AAB2053C4A}"/>
                </a:ext>
              </a:extLst>
            </p:cNvPr>
            <p:cNvSpPr/>
            <p:nvPr/>
          </p:nvSpPr>
          <p:spPr>
            <a:xfrm>
              <a:off x="9039828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2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9" name="爱设计-6-6">
              <a:extLst>
                <a:ext uri="{FF2B5EF4-FFF2-40B4-BE49-F238E27FC236}">
                  <a16:creationId xmlns:a16="http://schemas.microsoft.com/office/drawing/2014/main" id="{759D208E-8357-BCAB-5BA5-5A0045B1CF81}"/>
                </a:ext>
              </a:extLst>
            </p:cNvPr>
            <p:cNvSpPr/>
            <p:nvPr/>
          </p:nvSpPr>
          <p:spPr>
            <a:xfrm>
              <a:off x="9276169" y="2623330"/>
              <a:ext cx="471681" cy="427633"/>
            </a:xfrm>
            <a:custGeom>
              <a:avLst/>
              <a:gdLst>
                <a:gd name="connsiteX0" fmla="*/ 31770 w 794163"/>
                <a:gd name="connsiteY0" fmla="*/ 656460 h 720001"/>
                <a:gd name="connsiteX1" fmla="*/ 762297 w 794163"/>
                <a:gd name="connsiteY1" fmla="*/ 656460 h 720001"/>
                <a:gd name="connsiteX2" fmla="*/ 794163 w 794163"/>
                <a:gd name="connsiteY2" fmla="*/ 688230 h 720001"/>
                <a:gd name="connsiteX3" fmla="*/ 762392 w 794163"/>
                <a:gd name="connsiteY3" fmla="*/ 720001 h 720001"/>
                <a:gd name="connsiteX4" fmla="*/ 31770 w 794163"/>
                <a:gd name="connsiteY4" fmla="*/ 720001 h 720001"/>
                <a:gd name="connsiteX5" fmla="*/ 0 w 794163"/>
                <a:gd name="connsiteY5" fmla="*/ 688230 h 720001"/>
                <a:gd name="connsiteX6" fmla="*/ 31770 w 794163"/>
                <a:gd name="connsiteY6" fmla="*/ 656460 h 720001"/>
                <a:gd name="connsiteX7" fmla="*/ 613493 w 794163"/>
                <a:gd name="connsiteY7" fmla="*/ 317608 h 720001"/>
                <a:gd name="connsiteX8" fmla="*/ 710048 w 794163"/>
                <a:gd name="connsiteY8" fmla="*/ 317608 h 720001"/>
                <a:gd name="connsiteX9" fmla="*/ 767655 w 794163"/>
                <a:gd name="connsiteY9" fmla="*/ 375216 h 720001"/>
                <a:gd name="connsiteX10" fmla="*/ 767655 w 794163"/>
                <a:gd name="connsiteY10" fmla="*/ 524689 h 720001"/>
                <a:gd name="connsiteX11" fmla="*/ 710048 w 794163"/>
                <a:gd name="connsiteY11" fmla="*/ 582297 h 720001"/>
                <a:gd name="connsiteX12" fmla="*/ 613493 w 794163"/>
                <a:gd name="connsiteY12" fmla="*/ 582297 h 720001"/>
                <a:gd name="connsiteX13" fmla="*/ 555885 w 794163"/>
                <a:gd name="connsiteY13" fmla="*/ 524689 h 720001"/>
                <a:gd name="connsiteX14" fmla="*/ 555885 w 794163"/>
                <a:gd name="connsiteY14" fmla="*/ 375216 h 720001"/>
                <a:gd name="connsiteX15" fmla="*/ 613493 w 794163"/>
                <a:gd name="connsiteY15" fmla="*/ 317608 h 720001"/>
                <a:gd name="connsiteX16" fmla="*/ 84019 w 794163"/>
                <a:gd name="connsiteY16" fmla="*/ 211770 h 720001"/>
                <a:gd name="connsiteX17" fmla="*/ 180574 w 794163"/>
                <a:gd name="connsiteY17" fmla="*/ 211770 h 720001"/>
                <a:gd name="connsiteX18" fmla="*/ 238182 w 794163"/>
                <a:gd name="connsiteY18" fmla="*/ 269282 h 720001"/>
                <a:gd name="connsiteX19" fmla="*/ 238182 w 794163"/>
                <a:gd name="connsiteY19" fmla="*/ 524785 h 720001"/>
                <a:gd name="connsiteX20" fmla="*/ 180574 w 794163"/>
                <a:gd name="connsiteY20" fmla="*/ 582393 h 720001"/>
                <a:gd name="connsiteX21" fmla="*/ 84019 w 794163"/>
                <a:gd name="connsiteY21" fmla="*/ 582393 h 720001"/>
                <a:gd name="connsiteX22" fmla="*/ 26411 w 794163"/>
                <a:gd name="connsiteY22" fmla="*/ 524785 h 720001"/>
                <a:gd name="connsiteX23" fmla="*/ 26411 w 794163"/>
                <a:gd name="connsiteY23" fmla="*/ 269378 h 720001"/>
                <a:gd name="connsiteX24" fmla="*/ 84019 w 794163"/>
                <a:gd name="connsiteY24" fmla="*/ 211770 h 720001"/>
                <a:gd name="connsiteX25" fmla="*/ 348708 w 794163"/>
                <a:gd name="connsiteY25" fmla="*/ 0 h 720001"/>
                <a:gd name="connsiteX26" fmla="*/ 445359 w 794163"/>
                <a:gd name="connsiteY26" fmla="*/ 0 h 720001"/>
                <a:gd name="connsiteX27" fmla="*/ 502871 w 794163"/>
                <a:gd name="connsiteY27" fmla="*/ 57607 h 720001"/>
                <a:gd name="connsiteX28" fmla="*/ 502871 w 794163"/>
                <a:gd name="connsiteY28" fmla="*/ 524785 h 720001"/>
                <a:gd name="connsiteX29" fmla="*/ 445263 w 794163"/>
                <a:gd name="connsiteY29" fmla="*/ 582393 h 720001"/>
                <a:gd name="connsiteX30" fmla="*/ 348708 w 794163"/>
                <a:gd name="connsiteY30" fmla="*/ 582393 h 720001"/>
                <a:gd name="connsiteX31" fmla="*/ 291100 w 794163"/>
                <a:gd name="connsiteY31" fmla="*/ 524785 h 720001"/>
                <a:gd name="connsiteX32" fmla="*/ 291100 w 794163"/>
                <a:gd name="connsiteY32" fmla="*/ 57607 h 720001"/>
                <a:gd name="connsiteX33" fmla="*/ 348708 w 794163"/>
                <a:gd name="connsiteY33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94163" h="720001">
                  <a:moveTo>
                    <a:pt x="31770" y="656460"/>
                  </a:moveTo>
                  <a:lnTo>
                    <a:pt x="762297" y="656460"/>
                  </a:lnTo>
                  <a:cubicBezTo>
                    <a:pt x="779904" y="656460"/>
                    <a:pt x="794067" y="670622"/>
                    <a:pt x="794163" y="688230"/>
                  </a:cubicBezTo>
                  <a:cubicBezTo>
                    <a:pt x="794163" y="705742"/>
                    <a:pt x="779904" y="720001"/>
                    <a:pt x="762392" y="720001"/>
                  </a:cubicBezTo>
                  <a:lnTo>
                    <a:pt x="31770" y="720001"/>
                  </a:lnTo>
                  <a:cubicBezTo>
                    <a:pt x="14258" y="720001"/>
                    <a:pt x="0" y="705742"/>
                    <a:pt x="0" y="688230"/>
                  </a:cubicBezTo>
                  <a:cubicBezTo>
                    <a:pt x="0" y="670718"/>
                    <a:pt x="14258" y="656460"/>
                    <a:pt x="31770" y="656460"/>
                  </a:cubicBezTo>
                  <a:close/>
                  <a:moveTo>
                    <a:pt x="613493" y="317608"/>
                  </a:moveTo>
                  <a:lnTo>
                    <a:pt x="710048" y="317608"/>
                  </a:lnTo>
                  <a:cubicBezTo>
                    <a:pt x="741818" y="317608"/>
                    <a:pt x="767655" y="343445"/>
                    <a:pt x="767655" y="375216"/>
                  </a:cubicBezTo>
                  <a:lnTo>
                    <a:pt x="767655" y="524689"/>
                  </a:lnTo>
                  <a:cubicBezTo>
                    <a:pt x="767655" y="556364"/>
                    <a:pt x="741723" y="582297"/>
                    <a:pt x="710048" y="582297"/>
                  </a:cubicBezTo>
                  <a:lnTo>
                    <a:pt x="613493" y="582297"/>
                  </a:lnTo>
                  <a:cubicBezTo>
                    <a:pt x="581818" y="582297"/>
                    <a:pt x="555885" y="556364"/>
                    <a:pt x="555885" y="524689"/>
                  </a:cubicBezTo>
                  <a:lnTo>
                    <a:pt x="555885" y="375216"/>
                  </a:lnTo>
                  <a:cubicBezTo>
                    <a:pt x="555885" y="343349"/>
                    <a:pt x="581722" y="317608"/>
                    <a:pt x="613493" y="317608"/>
                  </a:cubicBezTo>
                  <a:close/>
                  <a:moveTo>
                    <a:pt x="84019" y="211770"/>
                  </a:moveTo>
                  <a:lnTo>
                    <a:pt x="180574" y="211770"/>
                  </a:lnTo>
                  <a:cubicBezTo>
                    <a:pt x="212440" y="211770"/>
                    <a:pt x="238182" y="237512"/>
                    <a:pt x="238182" y="269282"/>
                  </a:cubicBezTo>
                  <a:lnTo>
                    <a:pt x="238182" y="524785"/>
                  </a:lnTo>
                  <a:cubicBezTo>
                    <a:pt x="238182" y="556460"/>
                    <a:pt x="212248" y="582393"/>
                    <a:pt x="180574" y="582393"/>
                  </a:cubicBezTo>
                  <a:lnTo>
                    <a:pt x="84019" y="582393"/>
                  </a:lnTo>
                  <a:cubicBezTo>
                    <a:pt x="52344" y="582393"/>
                    <a:pt x="26411" y="556460"/>
                    <a:pt x="26411" y="524785"/>
                  </a:cubicBezTo>
                  <a:lnTo>
                    <a:pt x="26411" y="269378"/>
                  </a:lnTo>
                  <a:cubicBezTo>
                    <a:pt x="26411" y="237512"/>
                    <a:pt x="52248" y="211770"/>
                    <a:pt x="84019" y="211770"/>
                  </a:cubicBezTo>
                  <a:close/>
                  <a:moveTo>
                    <a:pt x="348708" y="0"/>
                  </a:moveTo>
                  <a:lnTo>
                    <a:pt x="445359" y="0"/>
                  </a:lnTo>
                  <a:cubicBezTo>
                    <a:pt x="477129" y="0"/>
                    <a:pt x="502871" y="25741"/>
                    <a:pt x="502871" y="57607"/>
                  </a:cubicBezTo>
                  <a:lnTo>
                    <a:pt x="502871" y="524785"/>
                  </a:lnTo>
                  <a:cubicBezTo>
                    <a:pt x="502871" y="556460"/>
                    <a:pt x="476937" y="582393"/>
                    <a:pt x="445263" y="582393"/>
                  </a:cubicBezTo>
                  <a:lnTo>
                    <a:pt x="348708" y="582393"/>
                  </a:lnTo>
                  <a:cubicBezTo>
                    <a:pt x="317033" y="582393"/>
                    <a:pt x="291100" y="556460"/>
                    <a:pt x="291100" y="524785"/>
                  </a:cubicBezTo>
                  <a:lnTo>
                    <a:pt x="291100" y="57607"/>
                  </a:lnTo>
                  <a:cubicBezTo>
                    <a:pt x="291100" y="25741"/>
                    <a:pt x="316937" y="0"/>
                    <a:pt x="348708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grpSp>
        <p:nvGrpSpPr>
          <p:cNvPr id="42" name="爱设计-7">
            <a:extLst>
              <a:ext uri="{FF2B5EF4-FFF2-40B4-BE49-F238E27FC236}">
                <a16:creationId xmlns:a16="http://schemas.microsoft.com/office/drawing/2014/main" id="{A72473E2-1278-4AFF-873D-18DD8BC24616}"/>
              </a:ext>
            </a:extLst>
          </p:cNvPr>
          <p:cNvGrpSpPr/>
          <p:nvPr/>
        </p:nvGrpSpPr>
        <p:grpSpPr>
          <a:xfrm>
            <a:off x="3486568" y="2160169"/>
            <a:ext cx="2228563" cy="2950307"/>
            <a:chOff x="3358684" y="2009698"/>
            <a:chExt cx="2228563" cy="2950307"/>
          </a:xfrm>
        </p:grpSpPr>
        <p:sp>
          <p:nvSpPr>
            <p:cNvPr id="16" name="爱设计-7-1">
              <a:extLst>
                <a:ext uri="{FF2B5EF4-FFF2-40B4-BE49-F238E27FC236}">
                  <a16:creationId xmlns:a16="http://schemas.microsoft.com/office/drawing/2014/main" id="{417CB10A-FA19-D325-543C-8F8138FC919A}"/>
                </a:ext>
              </a:extLst>
            </p:cNvPr>
            <p:cNvSpPr/>
            <p:nvPr/>
          </p:nvSpPr>
          <p:spPr>
            <a:xfrm>
              <a:off x="3358684" y="2009698"/>
              <a:ext cx="2228563" cy="2950307"/>
            </a:xfrm>
            <a:prstGeom prst="roundRect">
              <a:avLst>
                <a:gd name="adj" fmla="val 7118"/>
              </a:avLst>
            </a:prstGeom>
            <a:solidFill>
              <a:schemeClr val="bg1"/>
            </a:solidFill>
            <a:ln>
              <a:noFill/>
            </a:ln>
            <a:effectLst>
              <a:outerShdw blurRad="254000" sx="102000" sy="102000" algn="ctr" rotWithShape="0">
                <a:schemeClr val="accent1">
                  <a:lumMod val="50000"/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Roboto"/>
                <a:ea typeface="思源黑体 CN Regular"/>
              </a:endParaRPr>
            </a:p>
          </p:txBody>
        </p:sp>
        <p:sp>
          <p:nvSpPr>
            <p:cNvPr id="17" name="爱设计-7-2">
              <a:extLst>
                <a:ext uri="{FF2B5EF4-FFF2-40B4-BE49-F238E27FC236}">
                  <a16:creationId xmlns:a16="http://schemas.microsoft.com/office/drawing/2014/main" id="{728B065D-4E8E-8406-9B5C-B5B3745487FA}"/>
                </a:ext>
              </a:extLst>
            </p:cNvPr>
            <p:cNvSpPr txBox="1"/>
            <p:nvPr/>
          </p:nvSpPr>
          <p:spPr>
            <a:xfrm>
              <a:off x="3474898" y="3909538"/>
              <a:ext cx="1996134" cy="634533"/>
            </a:xfrm>
            <a:prstGeom prst="rect">
              <a:avLst/>
            </a:prstGeom>
            <a:noFill/>
          </p:spPr>
          <p:txBody>
            <a:bodyPr wrap="square" anchor="ctr" anchorCtr="0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400" b="0" i="0" spc="0">
                  <a:solidFill>
                    <a:srgbClr val="333333"/>
                  </a:solidFill>
                  <a:effectLst/>
                  <a:latin typeface="OPPOSans R" panose="00020600040101010101" pitchFamily="18" charset="-122"/>
                  <a:ea typeface="OPPOSans R" panose="00020600040101010101" pitchFamily="18" charset="-122"/>
                  <a:cs typeface="OPPOSans R" panose="00020600040101010101" pitchFamily="18" charset="-122"/>
                </a:defRPr>
              </a:lvl1pPr>
            </a:lstStyle>
            <a:p>
              <a:pPr algn="ctr">
                <a:lnSpc>
                  <a:spcPct val="130000"/>
                </a:lnSpc>
              </a:pPr>
              <a:r>
                <a:rPr lang="zh-CN" altLang="en-US" dirty="0">
                  <a:latin typeface="+mn-ea"/>
                  <a:ea typeface="+mn-ea"/>
                </a:rPr>
                <a:t>原则二：持续改善</a:t>
              </a:r>
              <a:br>
                <a:rPr lang="en-US" altLang="zh-CN" dirty="0">
                  <a:latin typeface="+mn-ea"/>
                  <a:ea typeface="+mn-ea"/>
                </a:rPr>
              </a:br>
              <a:r>
                <a:rPr lang="zh-CN" altLang="en-US" dirty="0">
                  <a:latin typeface="+mn-ea"/>
                  <a:ea typeface="+mn-ea"/>
                </a:rPr>
                <a:t>工作方法</a:t>
              </a:r>
            </a:p>
          </p:txBody>
        </p:sp>
        <p:cxnSp>
          <p:nvCxnSpPr>
            <p:cNvPr id="18" name="爱设计-7-3">
              <a:extLst>
                <a:ext uri="{FF2B5EF4-FFF2-40B4-BE49-F238E27FC236}">
                  <a16:creationId xmlns:a16="http://schemas.microsoft.com/office/drawing/2014/main" id="{B21B226A-73FC-72ED-D527-CFD43A40FC59}"/>
                </a:ext>
              </a:extLst>
            </p:cNvPr>
            <p:cNvCxnSpPr>
              <a:cxnSpLocks/>
            </p:cNvCxnSpPr>
            <p:nvPr/>
          </p:nvCxnSpPr>
          <p:spPr>
            <a:xfrm>
              <a:off x="4288648" y="3608660"/>
              <a:ext cx="368634" cy="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爱设计-7-4">
              <a:extLst>
                <a:ext uri="{FF2B5EF4-FFF2-40B4-BE49-F238E27FC236}">
                  <a16:creationId xmlns:a16="http://schemas.microsoft.com/office/drawing/2014/main" id="{59A3144B-8D87-8E99-B1AE-952282360980}"/>
                </a:ext>
              </a:extLst>
            </p:cNvPr>
            <p:cNvSpPr/>
            <p:nvPr/>
          </p:nvSpPr>
          <p:spPr>
            <a:xfrm>
              <a:off x="3903675" y="2267856"/>
              <a:ext cx="1138581" cy="1138581"/>
            </a:xfrm>
            <a:prstGeom prst="ellipse">
              <a:avLst/>
            </a:prstGeom>
            <a:solidFill>
              <a:schemeClr val="accent2">
                <a:alpha val="20000"/>
              </a:schemeClr>
            </a:solidFill>
            <a:ln w="2540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sz="1400" dirty="0">
                <a:solidFill>
                  <a:schemeClr val="lt1">
                    <a:lumMod val="100000"/>
                  </a:schemeClr>
                </a:solidFill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22" name="爱设计-7-5">
              <a:extLst>
                <a:ext uri="{FF2B5EF4-FFF2-40B4-BE49-F238E27FC236}">
                  <a16:creationId xmlns:a16="http://schemas.microsoft.com/office/drawing/2014/main" id="{3CA9C9E8-9A51-6E78-2D14-D3B6BBA628F3}"/>
                </a:ext>
              </a:extLst>
            </p:cNvPr>
            <p:cNvSpPr/>
            <p:nvPr/>
          </p:nvSpPr>
          <p:spPr>
            <a:xfrm>
              <a:off x="4000784" y="2364965"/>
              <a:ext cx="944363" cy="944363"/>
            </a:xfrm>
            <a:prstGeom prst="ellipse">
              <a:avLst/>
            </a:prstGeom>
            <a:gradFill flip="none" rotWithShape="1">
              <a:gsLst>
                <a:gs pos="100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2700000" scaled="0"/>
              <a:tileRect/>
            </a:gradFill>
            <a:ln>
              <a:noFill/>
            </a:ln>
            <a:effectLst>
              <a:outerShdw blurRad="330200" dist="381000" dir="5400000" sx="90000" sy="90000" algn="t" rotWithShape="0">
                <a:schemeClr val="accent2">
                  <a:lumMod val="75000"/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  <a:sym typeface="+mn-lt"/>
              </a:endParaRPr>
            </a:p>
          </p:txBody>
        </p:sp>
        <p:sp>
          <p:nvSpPr>
            <p:cNvPr id="30" name="爱设计-7-6">
              <a:extLst>
                <a:ext uri="{FF2B5EF4-FFF2-40B4-BE49-F238E27FC236}">
                  <a16:creationId xmlns:a16="http://schemas.microsoft.com/office/drawing/2014/main" id="{B49E0752-66B8-6C1B-F66C-7C9733724BF0}"/>
                </a:ext>
              </a:extLst>
            </p:cNvPr>
            <p:cNvSpPr/>
            <p:nvPr/>
          </p:nvSpPr>
          <p:spPr>
            <a:xfrm>
              <a:off x="4259115" y="2639320"/>
              <a:ext cx="427702" cy="395654"/>
            </a:xfrm>
            <a:custGeom>
              <a:avLst/>
              <a:gdLst>
                <a:gd name="connsiteX0" fmla="*/ 2136435 w 5834559"/>
                <a:gd name="connsiteY0" fmla="*/ 643126 h 5397372"/>
                <a:gd name="connsiteX1" fmla="*/ 3716657 w 5834559"/>
                <a:gd name="connsiteY1" fmla="*/ 643126 h 5397372"/>
                <a:gd name="connsiteX2" fmla="*/ 3716657 w 5834559"/>
                <a:gd name="connsiteY2" fmla="*/ 1064855 h 5397372"/>
                <a:gd name="connsiteX3" fmla="*/ 2136435 w 5834559"/>
                <a:gd name="connsiteY3" fmla="*/ 1064855 h 5397372"/>
                <a:gd name="connsiteX4" fmla="*/ 693741 w 5834559"/>
                <a:gd name="connsiteY4" fmla="*/ 643126 h 5397372"/>
                <a:gd name="connsiteX5" fmla="*/ 1550121 w 5834559"/>
                <a:gd name="connsiteY5" fmla="*/ 643126 h 5397372"/>
                <a:gd name="connsiteX6" fmla="*/ 1550121 w 5834559"/>
                <a:gd name="connsiteY6" fmla="*/ 1064855 h 5397372"/>
                <a:gd name="connsiteX7" fmla="*/ 693741 w 5834559"/>
                <a:gd name="connsiteY7" fmla="*/ 1064855 h 5397372"/>
                <a:gd name="connsiteX8" fmla="*/ 421729 w 5834559"/>
                <a:gd name="connsiteY8" fmla="*/ 1336867 h 5397372"/>
                <a:gd name="connsiteX9" fmla="*/ 421729 w 5834559"/>
                <a:gd name="connsiteY9" fmla="*/ 2079805 h 5397372"/>
                <a:gd name="connsiteX10" fmla="*/ 5412133 w 5834559"/>
                <a:gd name="connsiteY10" fmla="*/ 2079805 h 5397372"/>
                <a:gd name="connsiteX11" fmla="*/ 5412133 w 5834559"/>
                <a:gd name="connsiteY11" fmla="*/ 1336867 h 5397372"/>
                <a:gd name="connsiteX12" fmla="*/ 5140113 w 5834559"/>
                <a:gd name="connsiteY12" fmla="*/ 1064855 h 5397372"/>
                <a:gd name="connsiteX13" fmla="*/ 4302971 w 5834559"/>
                <a:gd name="connsiteY13" fmla="*/ 1064855 h 5397372"/>
                <a:gd name="connsiteX14" fmla="*/ 4302971 w 5834559"/>
                <a:gd name="connsiteY14" fmla="*/ 643126 h 5397372"/>
                <a:gd name="connsiteX15" fmla="*/ 5140113 w 5834559"/>
                <a:gd name="connsiteY15" fmla="*/ 643126 h 5397372"/>
                <a:gd name="connsiteX16" fmla="*/ 5834559 w 5834559"/>
                <a:gd name="connsiteY16" fmla="*/ 1336867 h 5397372"/>
                <a:gd name="connsiteX17" fmla="*/ 5834559 w 5834559"/>
                <a:gd name="connsiteY17" fmla="*/ 4703631 h 5397372"/>
                <a:gd name="connsiteX18" fmla="*/ 5140818 w 5834559"/>
                <a:gd name="connsiteY18" fmla="*/ 5397372 h 5397372"/>
                <a:gd name="connsiteX19" fmla="*/ 693741 w 5834559"/>
                <a:gd name="connsiteY19" fmla="*/ 5397372 h 5397372"/>
                <a:gd name="connsiteX20" fmla="*/ 0 w 5834559"/>
                <a:gd name="connsiteY20" fmla="*/ 4703631 h 5397372"/>
                <a:gd name="connsiteX21" fmla="*/ 0 w 5834559"/>
                <a:gd name="connsiteY21" fmla="*/ 2501529 h 5397372"/>
                <a:gd name="connsiteX22" fmla="*/ 0 w 5834559"/>
                <a:gd name="connsiteY22" fmla="*/ 2079805 h 5397372"/>
                <a:gd name="connsiteX23" fmla="*/ 0 w 5834559"/>
                <a:gd name="connsiteY23" fmla="*/ 1336867 h 5397372"/>
                <a:gd name="connsiteX24" fmla="*/ 693741 w 5834559"/>
                <a:gd name="connsiteY24" fmla="*/ 643126 h 5397372"/>
                <a:gd name="connsiteX25" fmla="*/ 3997242 w 5834559"/>
                <a:gd name="connsiteY25" fmla="*/ 0 h 5397372"/>
                <a:gd name="connsiteX26" fmla="*/ 4208106 w 5834559"/>
                <a:gd name="connsiteY26" fmla="*/ 210864 h 5397372"/>
                <a:gd name="connsiteX27" fmla="*/ 4208106 w 5834559"/>
                <a:gd name="connsiteY27" fmla="*/ 1506961 h 5397372"/>
                <a:gd name="connsiteX28" fmla="*/ 3997242 w 5834559"/>
                <a:gd name="connsiteY28" fmla="*/ 1718528 h 5397372"/>
                <a:gd name="connsiteX29" fmla="*/ 3786378 w 5834559"/>
                <a:gd name="connsiteY29" fmla="*/ 1507664 h 5397372"/>
                <a:gd name="connsiteX30" fmla="*/ 3786378 w 5834559"/>
                <a:gd name="connsiteY30" fmla="*/ 210864 h 5397372"/>
                <a:gd name="connsiteX31" fmla="*/ 3997242 w 5834559"/>
                <a:gd name="connsiteY31" fmla="*/ 0 h 5397372"/>
                <a:gd name="connsiteX32" fmla="*/ 1836609 w 5834559"/>
                <a:gd name="connsiteY32" fmla="*/ 0 h 5397372"/>
                <a:gd name="connsiteX33" fmla="*/ 2047469 w 5834559"/>
                <a:gd name="connsiteY33" fmla="*/ 210864 h 5397372"/>
                <a:gd name="connsiteX34" fmla="*/ 2047469 w 5834559"/>
                <a:gd name="connsiteY34" fmla="*/ 1506961 h 5397372"/>
                <a:gd name="connsiteX35" fmla="*/ 1836609 w 5834559"/>
                <a:gd name="connsiteY35" fmla="*/ 1718528 h 5397372"/>
                <a:gd name="connsiteX36" fmla="*/ 1625745 w 5834559"/>
                <a:gd name="connsiteY36" fmla="*/ 1507664 h 5397372"/>
                <a:gd name="connsiteX37" fmla="*/ 1625745 w 5834559"/>
                <a:gd name="connsiteY37" fmla="*/ 210864 h 5397372"/>
                <a:gd name="connsiteX38" fmla="*/ 1836609 w 5834559"/>
                <a:gd name="connsiteY38" fmla="*/ 0 h 5397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5834559" h="5397372">
                  <a:moveTo>
                    <a:pt x="2136435" y="643126"/>
                  </a:moveTo>
                  <a:lnTo>
                    <a:pt x="3716657" y="643126"/>
                  </a:lnTo>
                  <a:lnTo>
                    <a:pt x="3716657" y="1064855"/>
                  </a:lnTo>
                  <a:lnTo>
                    <a:pt x="2136435" y="1064855"/>
                  </a:lnTo>
                  <a:close/>
                  <a:moveTo>
                    <a:pt x="693741" y="643126"/>
                  </a:moveTo>
                  <a:lnTo>
                    <a:pt x="1550121" y="643126"/>
                  </a:lnTo>
                  <a:lnTo>
                    <a:pt x="1550121" y="1064855"/>
                  </a:lnTo>
                  <a:lnTo>
                    <a:pt x="693741" y="1064855"/>
                  </a:lnTo>
                  <a:cubicBezTo>
                    <a:pt x="543320" y="1064855"/>
                    <a:pt x="421729" y="1187151"/>
                    <a:pt x="421729" y="1336867"/>
                  </a:cubicBezTo>
                  <a:lnTo>
                    <a:pt x="421729" y="2079805"/>
                  </a:lnTo>
                  <a:lnTo>
                    <a:pt x="5412133" y="2079805"/>
                  </a:lnTo>
                  <a:lnTo>
                    <a:pt x="5412133" y="1336867"/>
                  </a:lnTo>
                  <a:cubicBezTo>
                    <a:pt x="5412133" y="1186446"/>
                    <a:pt x="5289830" y="1064855"/>
                    <a:pt x="5140113" y="1064855"/>
                  </a:cubicBezTo>
                  <a:lnTo>
                    <a:pt x="4302971" y="1064855"/>
                  </a:lnTo>
                  <a:lnTo>
                    <a:pt x="4302971" y="643126"/>
                  </a:lnTo>
                  <a:lnTo>
                    <a:pt x="5140113" y="643126"/>
                  </a:lnTo>
                  <a:cubicBezTo>
                    <a:pt x="5523184" y="643126"/>
                    <a:pt x="5833854" y="953797"/>
                    <a:pt x="5834559" y="1336867"/>
                  </a:cubicBezTo>
                  <a:lnTo>
                    <a:pt x="5834559" y="4703631"/>
                  </a:lnTo>
                  <a:cubicBezTo>
                    <a:pt x="5834559" y="5085292"/>
                    <a:pt x="5522479" y="5397372"/>
                    <a:pt x="5140818" y="5397372"/>
                  </a:cubicBezTo>
                  <a:lnTo>
                    <a:pt x="693741" y="5397372"/>
                  </a:lnTo>
                  <a:cubicBezTo>
                    <a:pt x="312080" y="5397372"/>
                    <a:pt x="0" y="5085292"/>
                    <a:pt x="0" y="4703631"/>
                  </a:cubicBezTo>
                  <a:lnTo>
                    <a:pt x="0" y="2501529"/>
                  </a:lnTo>
                  <a:lnTo>
                    <a:pt x="0" y="2079805"/>
                  </a:lnTo>
                  <a:lnTo>
                    <a:pt x="0" y="1336867"/>
                  </a:lnTo>
                  <a:cubicBezTo>
                    <a:pt x="0" y="953797"/>
                    <a:pt x="310671" y="643126"/>
                    <a:pt x="693741" y="643126"/>
                  </a:cubicBezTo>
                  <a:close/>
                  <a:moveTo>
                    <a:pt x="3997242" y="0"/>
                  </a:moveTo>
                  <a:cubicBezTo>
                    <a:pt x="4113920" y="0"/>
                    <a:pt x="4208106" y="94186"/>
                    <a:pt x="4208106" y="210864"/>
                  </a:cubicBezTo>
                  <a:lnTo>
                    <a:pt x="4208106" y="1506961"/>
                  </a:lnTo>
                  <a:cubicBezTo>
                    <a:pt x="4208106" y="1623639"/>
                    <a:pt x="4113920" y="1718528"/>
                    <a:pt x="3997242" y="1718528"/>
                  </a:cubicBezTo>
                  <a:cubicBezTo>
                    <a:pt x="3880564" y="1718528"/>
                    <a:pt x="3786378" y="1624342"/>
                    <a:pt x="3786378" y="1507664"/>
                  </a:cubicBezTo>
                  <a:lnTo>
                    <a:pt x="3786378" y="210864"/>
                  </a:lnTo>
                  <a:cubicBezTo>
                    <a:pt x="3786378" y="94186"/>
                    <a:pt x="3880564" y="0"/>
                    <a:pt x="3997242" y="0"/>
                  </a:cubicBezTo>
                  <a:close/>
                  <a:moveTo>
                    <a:pt x="1836609" y="0"/>
                  </a:moveTo>
                  <a:cubicBezTo>
                    <a:pt x="1953287" y="0"/>
                    <a:pt x="2047469" y="94186"/>
                    <a:pt x="2047469" y="210864"/>
                  </a:cubicBezTo>
                  <a:lnTo>
                    <a:pt x="2047469" y="1506961"/>
                  </a:lnTo>
                  <a:cubicBezTo>
                    <a:pt x="2047469" y="1623639"/>
                    <a:pt x="1953287" y="1718528"/>
                    <a:pt x="1836609" y="1718528"/>
                  </a:cubicBezTo>
                  <a:cubicBezTo>
                    <a:pt x="1719932" y="1718528"/>
                    <a:pt x="1625745" y="1624342"/>
                    <a:pt x="1625745" y="1507664"/>
                  </a:cubicBezTo>
                  <a:lnTo>
                    <a:pt x="1625745" y="210864"/>
                  </a:lnTo>
                  <a:cubicBezTo>
                    <a:pt x="1625745" y="94186"/>
                    <a:pt x="1719932" y="0"/>
                    <a:pt x="1836609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i="0" u="none" strike="noStrike" kern="1200" normalizeH="0" baseline="0" noProof="0" dirty="0">
                <a:solidFill>
                  <a:srgbClr val="000000"/>
                </a:solidFill>
                <a:uLnTx/>
                <a:uFillTx/>
                <a:latin typeface="Arial" panose="020F0502020204030204"/>
                <a:ea typeface="OPPOSans L" panose="00020600040101010101" pitchFamily="18" charset="-122"/>
                <a:cs typeface="+mn-cs"/>
              </a:endParaRPr>
            </a:p>
          </p:txBody>
        </p:sp>
      </p:grpSp>
      <p:sp>
        <p:nvSpPr>
          <p:cNvPr id="31" name="爱设计-8">
            <a:extLst>
              <a:ext uri="{FF2B5EF4-FFF2-40B4-BE49-F238E27FC236}">
                <a16:creationId xmlns:a16="http://schemas.microsoft.com/office/drawing/2014/main" id="{ED7C8E02-7777-2AD3-47EC-1ADA3F41AAE3}"/>
              </a:ext>
            </a:extLst>
          </p:cNvPr>
          <p:cNvSpPr txBox="1"/>
          <p:nvPr/>
        </p:nvSpPr>
        <p:spPr>
          <a:xfrm>
            <a:off x="628602" y="5806800"/>
            <a:ext cx="10517818" cy="428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rgbClr val="333333"/>
                </a:solidFill>
                <a:latin typeface="+mn-ea"/>
                <a:cs typeface="OPPOSans R" panose="00020600040101010101" pitchFamily="18" charset="-122"/>
              </a:rPr>
              <a:t>好的工作思维，在一定程度上能让工作更高效，有利于个人成长、升职、发展和突破瓶颈。</a:t>
            </a:r>
          </a:p>
        </p:txBody>
      </p:sp>
      <p:sp>
        <p:nvSpPr>
          <p:cNvPr id="32" name="爱设计-9">
            <a:extLst>
              <a:ext uri="{FF2B5EF4-FFF2-40B4-BE49-F238E27FC236}">
                <a16:creationId xmlns:a16="http://schemas.microsoft.com/office/drawing/2014/main" id="{0B8557D8-F62B-B35D-5A05-F8CC5655FE1E}"/>
              </a:ext>
            </a:extLst>
          </p:cNvPr>
          <p:cNvSpPr txBox="1"/>
          <p:nvPr/>
        </p:nvSpPr>
        <p:spPr>
          <a:xfrm flipH="1">
            <a:off x="724864" y="1637859"/>
            <a:ext cx="1231106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基本原则</a:t>
            </a:r>
            <a:endParaRPr lang="zh-CN" altLang="en-US" sz="2400" dirty="0">
              <a:solidFill>
                <a:schemeClr val="accent1"/>
              </a:solidFill>
              <a:effectLst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33" name="爱设计-10">
            <a:extLst>
              <a:ext uri="{FF2B5EF4-FFF2-40B4-BE49-F238E27FC236}">
                <a16:creationId xmlns:a16="http://schemas.microsoft.com/office/drawing/2014/main" id="{7C171EA7-C524-C963-C06D-EF134C475F91}"/>
              </a:ext>
            </a:extLst>
          </p:cNvPr>
          <p:cNvSpPr txBox="1"/>
          <p:nvPr/>
        </p:nvSpPr>
        <p:spPr>
          <a:xfrm flipH="1">
            <a:off x="724864" y="5437468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zh-CN" altLang="en-US" sz="2400" dirty="0">
                <a:solidFill>
                  <a:schemeClr val="accent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指标</a:t>
            </a:r>
            <a:endParaRPr lang="zh-CN" altLang="en-US" sz="2400" dirty="0">
              <a:solidFill>
                <a:schemeClr val="accent2"/>
              </a:solidFill>
              <a:effectLst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cxnSp>
        <p:nvCxnSpPr>
          <p:cNvPr id="34" name="爱设计-11">
            <a:extLst>
              <a:ext uri="{FF2B5EF4-FFF2-40B4-BE49-F238E27FC236}">
                <a16:creationId xmlns:a16="http://schemas.microsoft.com/office/drawing/2014/main" id="{CFE770BC-592F-07C9-6BB1-0A7AE22FCBD9}"/>
              </a:ext>
            </a:extLst>
          </p:cNvPr>
          <p:cNvCxnSpPr>
            <a:cxnSpLocks/>
          </p:cNvCxnSpPr>
          <p:nvPr/>
        </p:nvCxnSpPr>
        <p:spPr>
          <a:xfrm>
            <a:off x="2295131" y="1808476"/>
            <a:ext cx="894340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爱设计-12">
            <a:extLst>
              <a:ext uri="{FF2B5EF4-FFF2-40B4-BE49-F238E27FC236}">
                <a16:creationId xmlns:a16="http://schemas.microsoft.com/office/drawing/2014/main" id="{455FC721-C1E1-0263-922D-EB70E3C73ED9}"/>
              </a:ext>
            </a:extLst>
          </p:cNvPr>
          <p:cNvCxnSpPr>
            <a:cxnSpLocks/>
          </p:cNvCxnSpPr>
          <p:nvPr/>
        </p:nvCxnSpPr>
        <p:spPr>
          <a:xfrm>
            <a:off x="1494369" y="5611361"/>
            <a:ext cx="974417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809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爱设计-1">
            <a:extLst>
              <a:ext uri="{FF2B5EF4-FFF2-40B4-BE49-F238E27FC236}">
                <a16:creationId xmlns:a16="http://schemas.microsoft.com/office/drawing/2014/main" id="{92A08731-0D53-3EA0-2F7C-94BFA7EF44A0}"/>
              </a:ext>
            </a:extLst>
          </p:cNvPr>
          <p:cNvGrpSpPr/>
          <p:nvPr/>
        </p:nvGrpSpPr>
        <p:grpSpPr>
          <a:xfrm>
            <a:off x="539536" y="1599120"/>
            <a:ext cx="5032148" cy="2923390"/>
            <a:chOff x="8035516" y="1841029"/>
            <a:chExt cx="5032148" cy="2923390"/>
          </a:xfrm>
        </p:grpSpPr>
        <p:sp>
          <p:nvSpPr>
            <p:cNvPr id="13" name="爱设计-1-1">
              <a:extLst>
                <a:ext uri="{FF2B5EF4-FFF2-40B4-BE49-F238E27FC236}">
                  <a16:creationId xmlns:a16="http://schemas.microsoft.com/office/drawing/2014/main" id="{F0EA1DC2-04FE-B46F-32E3-50C17BC7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517" y="3524339"/>
              <a:ext cx="50321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成为高效程序员</a:t>
              </a:r>
            </a:p>
          </p:txBody>
        </p:sp>
        <p:sp>
          <p:nvSpPr>
            <p:cNvPr id="14" name="爱设计-1-2">
              <a:extLst>
                <a:ext uri="{FF2B5EF4-FFF2-40B4-BE49-F238E27FC236}">
                  <a16:creationId xmlns:a16="http://schemas.microsoft.com/office/drawing/2014/main" id="{37A24F5B-48D5-81CB-DAE5-0F43684DF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1880" y="4385168"/>
              <a:ext cx="4910660" cy="379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50000"/>
                </a:lnSpc>
              </a:pPr>
              <a:r>
                <a:rPr lang="en-US" altLang="zh-CN" sz="1320" dirty="0">
                  <a:solidFill>
                    <a:srgbClr val="595959"/>
                  </a:solidFill>
                  <a:latin typeface="+mn-ea"/>
                  <a:ea typeface="+mn-ea"/>
                  <a:sym typeface="华文细黑" panose="02010600040101010101" pitchFamily="2" charset="-122"/>
                </a:rPr>
                <a:t>Become An Effective Programmer</a:t>
              </a:r>
            </a:p>
          </p:txBody>
        </p:sp>
        <p:sp>
          <p:nvSpPr>
            <p:cNvPr id="15" name="爱设计-1-3">
              <a:extLst>
                <a:ext uri="{FF2B5EF4-FFF2-40B4-BE49-F238E27FC236}">
                  <a16:creationId xmlns:a16="http://schemas.microsoft.com/office/drawing/2014/main" id="{FFADFBCD-9FB5-86EA-DFF5-EDE05B6F0A0D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8035516" y="1841029"/>
              <a:ext cx="3991701" cy="1215051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zh-CN" sz="594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PART-</a:t>
              </a:r>
              <a:r>
                <a:rPr lang="en-US" altLang="zh-CN" sz="594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02</a:t>
              </a:r>
              <a:endParaRPr lang="zh-CN" altLang="en-US" sz="5940" dirty="0">
                <a:solidFill>
                  <a:schemeClr val="accent1"/>
                </a:solidFill>
                <a:latin typeface="+mj-ea"/>
                <a:ea typeface="+mj-ea"/>
                <a:sym typeface="华文细黑" panose="02010600040101010101" pitchFamily="2" charset="-122"/>
              </a:endParaRPr>
            </a:p>
          </p:txBody>
        </p:sp>
        <p:cxnSp>
          <p:nvCxnSpPr>
            <p:cNvPr id="16" name="爱设计-1-4">
              <a:extLst>
                <a:ext uri="{FF2B5EF4-FFF2-40B4-BE49-F238E27FC236}">
                  <a16:creationId xmlns:a16="http://schemas.microsoft.com/office/drawing/2014/main" id="{ECA9C93E-BFDB-9C90-4E66-FEEADF89B8F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236" y="3147522"/>
              <a:ext cx="813528" cy="0"/>
            </a:xfrm>
            <a:prstGeom prst="line">
              <a:avLst/>
            </a:prstGeom>
            <a:ln w="6286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爱设计-1-5">
              <a:extLst>
                <a:ext uri="{FF2B5EF4-FFF2-40B4-BE49-F238E27FC236}">
                  <a16:creationId xmlns:a16="http://schemas.microsoft.com/office/drawing/2014/main" id="{457FEEA5-D132-39CA-AEB8-4393B2E70150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>
            <a:xfrm>
              <a:off x="8150236" y="3308029"/>
              <a:ext cx="3695543" cy="0"/>
            </a:xfrm>
            <a:prstGeom prst="line">
              <a:avLst/>
            </a:prstGeom>
            <a:ln w="6286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爱设计-2">
            <a:extLst>
              <a:ext uri="{FF2B5EF4-FFF2-40B4-BE49-F238E27FC236}">
                <a16:creationId xmlns:a16="http://schemas.microsoft.com/office/drawing/2014/main" id="{BED3606D-2FE4-A17F-BADA-10205D17E3CD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115" name="爱设计-2-1">
              <a:extLst>
                <a:ext uri="{FF2B5EF4-FFF2-40B4-BE49-F238E27FC236}">
                  <a16:creationId xmlns:a16="http://schemas.microsoft.com/office/drawing/2014/main" id="{815F3CC4-F1BA-7B8D-5FF9-E268FB0A8CBA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爱设计-2-2">
              <a:extLst>
                <a:ext uri="{FF2B5EF4-FFF2-40B4-BE49-F238E27FC236}">
                  <a16:creationId xmlns:a16="http://schemas.microsoft.com/office/drawing/2014/main" id="{4CB491A2-B961-814A-CDEC-E9B8C7EEAA59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7" name="爱设计-3">
            <a:extLst>
              <a:ext uri="{FF2B5EF4-FFF2-40B4-BE49-F238E27FC236}">
                <a16:creationId xmlns:a16="http://schemas.microsoft.com/office/drawing/2014/main" id="{DE1E69F5-C6B5-A5D3-8937-EF4592C68CFA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  <p:grpSp>
        <p:nvGrpSpPr>
          <p:cNvPr id="118" name="爱设计-4">
            <a:extLst>
              <a:ext uri="{FF2B5EF4-FFF2-40B4-BE49-F238E27FC236}">
                <a16:creationId xmlns:a16="http://schemas.microsoft.com/office/drawing/2014/main" id="{1F95F6CB-B4D9-2F20-C338-6ED1BD9CFCB1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119" name="爱设计-4-1">
              <a:extLst>
                <a:ext uri="{FF2B5EF4-FFF2-40B4-BE49-F238E27FC236}">
                  <a16:creationId xmlns:a16="http://schemas.microsoft.com/office/drawing/2014/main" id="{D4E4EB4C-A2BF-883A-17F4-6538112A4287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0" name="爱设计-4-2">
              <a:extLst>
                <a:ext uri="{FF2B5EF4-FFF2-40B4-BE49-F238E27FC236}">
                  <a16:creationId xmlns:a16="http://schemas.microsoft.com/office/drawing/2014/main" id="{03AB17E8-E8E2-9758-5AE2-281E162B133A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pic>
        <p:nvPicPr>
          <p:cNvPr id="2" name="爱设计-5">
            <a:extLst>
              <a:ext uri="{FF2B5EF4-FFF2-40B4-BE49-F238E27FC236}">
                <a16:creationId xmlns:a16="http://schemas.microsoft.com/office/drawing/2014/main" id="{78AFB660-08DC-6F31-D3A3-25BC22B0E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6468" y="1633295"/>
            <a:ext cx="5855315" cy="4458936"/>
          </a:xfrm>
          <a:prstGeom prst="rect">
            <a:avLst/>
          </a:prstGeom>
        </p:spPr>
      </p:pic>
      <p:sp>
        <p:nvSpPr>
          <p:cNvPr id="3" name="爱设计-6">
            <a:extLst>
              <a:ext uri="{FF2B5EF4-FFF2-40B4-BE49-F238E27FC236}">
                <a16:creationId xmlns:a16="http://schemas.microsoft.com/office/drawing/2014/main" id="{73732F94-520A-DBCE-3921-140D5FC9C0D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6929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1544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五月工作评述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爱设计-4">
            <a:extLst>
              <a:ext uri="{FF2B5EF4-FFF2-40B4-BE49-F238E27FC236}">
                <a16:creationId xmlns:a16="http://schemas.microsoft.com/office/drawing/2014/main" id="{476195E1-8D96-BC69-6CF7-CF780B446D37}"/>
              </a:ext>
            </a:extLst>
          </p:cNvPr>
          <p:cNvGrpSpPr/>
          <p:nvPr/>
        </p:nvGrpSpPr>
        <p:grpSpPr>
          <a:xfrm>
            <a:off x="9543584" y="4939011"/>
            <a:ext cx="1817864" cy="871461"/>
            <a:chOff x="11111948" y="5502769"/>
            <a:chExt cx="1817864" cy="871461"/>
          </a:xfrm>
          <a:solidFill>
            <a:schemeClr val="tx1">
              <a:lumMod val="50000"/>
              <a:lumOff val="50000"/>
              <a:alpha val="50000"/>
            </a:schemeClr>
          </a:solidFill>
        </p:grpSpPr>
        <p:sp>
          <p:nvSpPr>
            <p:cNvPr id="29" name="爱设计-4-1">
              <a:extLst>
                <a:ext uri="{FF2B5EF4-FFF2-40B4-BE49-F238E27FC236}">
                  <a16:creationId xmlns:a16="http://schemas.microsoft.com/office/drawing/2014/main" id="{4A482BFB-2888-2A92-0618-105F510E27BA}"/>
                </a:ext>
              </a:extLst>
            </p:cNvPr>
            <p:cNvSpPr/>
            <p:nvPr/>
          </p:nvSpPr>
          <p:spPr>
            <a:xfrm>
              <a:off x="12854642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0" name="爱设计-4-2">
              <a:extLst>
                <a:ext uri="{FF2B5EF4-FFF2-40B4-BE49-F238E27FC236}">
                  <a16:creationId xmlns:a16="http://schemas.microsoft.com/office/drawing/2014/main" id="{41806108-9A76-00A1-0205-803031CC2BCA}"/>
                </a:ext>
              </a:extLst>
            </p:cNvPr>
            <p:cNvSpPr/>
            <p:nvPr/>
          </p:nvSpPr>
          <p:spPr>
            <a:xfrm>
              <a:off x="12564222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1" name="爱设计-4-3">
              <a:extLst>
                <a:ext uri="{FF2B5EF4-FFF2-40B4-BE49-F238E27FC236}">
                  <a16:creationId xmlns:a16="http://schemas.microsoft.com/office/drawing/2014/main" id="{069201B1-FF00-FABC-F3B9-1F5498F97ADC}"/>
                </a:ext>
              </a:extLst>
            </p:cNvPr>
            <p:cNvSpPr/>
            <p:nvPr/>
          </p:nvSpPr>
          <p:spPr>
            <a:xfrm>
              <a:off x="12273759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2" name="爱设计-4-4">
              <a:extLst>
                <a:ext uri="{FF2B5EF4-FFF2-40B4-BE49-F238E27FC236}">
                  <a16:creationId xmlns:a16="http://schemas.microsoft.com/office/drawing/2014/main" id="{44162B7F-2282-7181-2B49-8880CE4A7783}"/>
                </a:ext>
              </a:extLst>
            </p:cNvPr>
            <p:cNvSpPr/>
            <p:nvPr/>
          </p:nvSpPr>
          <p:spPr>
            <a:xfrm>
              <a:off x="11983297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3" name="爱设计-4-5">
              <a:extLst>
                <a:ext uri="{FF2B5EF4-FFF2-40B4-BE49-F238E27FC236}">
                  <a16:creationId xmlns:a16="http://schemas.microsoft.com/office/drawing/2014/main" id="{87D0455E-89FE-C30F-CFCA-2063C6B665EB}"/>
                </a:ext>
              </a:extLst>
            </p:cNvPr>
            <p:cNvSpPr/>
            <p:nvPr/>
          </p:nvSpPr>
          <p:spPr>
            <a:xfrm>
              <a:off x="11692873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9 w 62636"/>
                <a:gd name="connsiteY1" fmla="*/ 62637 h 62636"/>
                <a:gd name="connsiteX2" fmla="*/ 0 w 62636"/>
                <a:gd name="connsiteY2" fmla="*/ 31318 h 62636"/>
                <a:gd name="connsiteX3" fmla="*/ 31319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9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4" name="爱设计-4-6">
              <a:extLst>
                <a:ext uri="{FF2B5EF4-FFF2-40B4-BE49-F238E27FC236}">
                  <a16:creationId xmlns:a16="http://schemas.microsoft.com/office/drawing/2014/main" id="{A3F61824-30A3-200F-BCCB-DD882284C0DF}"/>
                </a:ext>
              </a:extLst>
            </p:cNvPr>
            <p:cNvSpPr/>
            <p:nvPr/>
          </p:nvSpPr>
          <p:spPr>
            <a:xfrm>
              <a:off x="11402412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5" name="爱设计-4-7">
              <a:extLst>
                <a:ext uri="{FF2B5EF4-FFF2-40B4-BE49-F238E27FC236}">
                  <a16:creationId xmlns:a16="http://schemas.microsoft.com/office/drawing/2014/main" id="{47AD2516-E209-7BD4-3D62-AD38B9EA927E}"/>
                </a:ext>
              </a:extLst>
            </p:cNvPr>
            <p:cNvSpPr/>
            <p:nvPr/>
          </p:nvSpPr>
          <p:spPr>
            <a:xfrm>
              <a:off x="11111950" y="6299067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6" name="爱设计-4-8">
              <a:extLst>
                <a:ext uri="{FF2B5EF4-FFF2-40B4-BE49-F238E27FC236}">
                  <a16:creationId xmlns:a16="http://schemas.microsoft.com/office/drawing/2014/main" id="{5EC270CF-D381-459F-B18D-B6C8FA296094}"/>
                </a:ext>
              </a:extLst>
            </p:cNvPr>
            <p:cNvSpPr/>
            <p:nvPr/>
          </p:nvSpPr>
          <p:spPr>
            <a:xfrm rot="16993565">
              <a:off x="12854646" y="6033582"/>
              <a:ext cx="75166" cy="75166"/>
            </a:xfrm>
            <a:custGeom>
              <a:avLst/>
              <a:gdLst>
                <a:gd name="connsiteX0" fmla="*/ 62639 w 62638"/>
                <a:gd name="connsiteY0" fmla="*/ 31319 h 62638"/>
                <a:gd name="connsiteX1" fmla="*/ 31319 w 62638"/>
                <a:gd name="connsiteY1" fmla="*/ 62639 h 62638"/>
                <a:gd name="connsiteX2" fmla="*/ 0 w 62638"/>
                <a:gd name="connsiteY2" fmla="*/ 31319 h 62638"/>
                <a:gd name="connsiteX3" fmla="*/ 31319 w 62638"/>
                <a:gd name="connsiteY3" fmla="*/ 0 h 62638"/>
                <a:gd name="connsiteX4" fmla="*/ 62639 w 62638"/>
                <a:gd name="connsiteY4" fmla="*/ 31319 h 6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8" h="62638">
                  <a:moveTo>
                    <a:pt x="62639" y="31319"/>
                  </a:moveTo>
                  <a:cubicBezTo>
                    <a:pt x="62639" y="48616"/>
                    <a:pt x="48616" y="62639"/>
                    <a:pt x="31319" y="62639"/>
                  </a:cubicBezTo>
                  <a:cubicBezTo>
                    <a:pt x="14022" y="62639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9" y="14022"/>
                    <a:pt x="62639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7" name="爱设计-4-9">
              <a:extLst>
                <a:ext uri="{FF2B5EF4-FFF2-40B4-BE49-F238E27FC236}">
                  <a16:creationId xmlns:a16="http://schemas.microsoft.com/office/drawing/2014/main" id="{6E7B5C61-53E0-6568-C182-C9B333CB0A46}"/>
                </a:ext>
              </a:extLst>
            </p:cNvPr>
            <p:cNvSpPr/>
            <p:nvPr/>
          </p:nvSpPr>
          <p:spPr>
            <a:xfrm rot="16780286">
              <a:off x="12564195" y="6033586"/>
              <a:ext cx="75164" cy="75164"/>
            </a:xfrm>
            <a:custGeom>
              <a:avLst/>
              <a:gdLst>
                <a:gd name="connsiteX0" fmla="*/ 62638 w 62637"/>
                <a:gd name="connsiteY0" fmla="*/ 31319 h 62637"/>
                <a:gd name="connsiteX1" fmla="*/ 31319 w 62637"/>
                <a:gd name="connsiteY1" fmla="*/ 62638 h 62637"/>
                <a:gd name="connsiteX2" fmla="*/ 0 w 62637"/>
                <a:gd name="connsiteY2" fmla="*/ 31319 h 62637"/>
                <a:gd name="connsiteX3" fmla="*/ 31319 w 62637"/>
                <a:gd name="connsiteY3" fmla="*/ 0 h 62637"/>
                <a:gd name="connsiteX4" fmla="*/ 62638 w 62637"/>
                <a:gd name="connsiteY4" fmla="*/ 31319 h 6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7" h="62637">
                  <a:moveTo>
                    <a:pt x="62638" y="31319"/>
                  </a:moveTo>
                  <a:cubicBezTo>
                    <a:pt x="62638" y="48616"/>
                    <a:pt x="48616" y="62638"/>
                    <a:pt x="31319" y="62638"/>
                  </a:cubicBezTo>
                  <a:cubicBezTo>
                    <a:pt x="14022" y="62638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8" y="14022"/>
                    <a:pt x="62638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8" name="爱设计-4-10">
              <a:extLst>
                <a:ext uri="{FF2B5EF4-FFF2-40B4-BE49-F238E27FC236}">
                  <a16:creationId xmlns:a16="http://schemas.microsoft.com/office/drawing/2014/main" id="{6B066975-99DF-B38C-2547-3436E6136B4B}"/>
                </a:ext>
              </a:extLst>
            </p:cNvPr>
            <p:cNvSpPr/>
            <p:nvPr/>
          </p:nvSpPr>
          <p:spPr>
            <a:xfrm rot="16751350">
              <a:off x="12273785" y="6033591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39" name="爱设计-4-11">
              <a:extLst>
                <a:ext uri="{FF2B5EF4-FFF2-40B4-BE49-F238E27FC236}">
                  <a16:creationId xmlns:a16="http://schemas.microsoft.com/office/drawing/2014/main" id="{5F1DE25D-DCE4-7189-CAF3-BCB91F3BE70A}"/>
                </a:ext>
              </a:extLst>
            </p:cNvPr>
            <p:cNvSpPr/>
            <p:nvPr/>
          </p:nvSpPr>
          <p:spPr>
            <a:xfrm rot="16751350">
              <a:off x="11983336" y="6033615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0" name="爱设计-4-12">
              <a:extLst>
                <a:ext uri="{FF2B5EF4-FFF2-40B4-BE49-F238E27FC236}">
                  <a16:creationId xmlns:a16="http://schemas.microsoft.com/office/drawing/2014/main" id="{A813D549-20DD-0538-8A0D-8C3C31B663E3}"/>
                </a:ext>
              </a:extLst>
            </p:cNvPr>
            <p:cNvSpPr/>
            <p:nvPr/>
          </p:nvSpPr>
          <p:spPr>
            <a:xfrm rot="19234291">
              <a:off x="11692866" y="6033622"/>
              <a:ext cx="75162" cy="75162"/>
            </a:xfrm>
            <a:custGeom>
              <a:avLst/>
              <a:gdLst>
                <a:gd name="connsiteX0" fmla="*/ 62636 w 62635"/>
                <a:gd name="connsiteY0" fmla="*/ 31318 h 62635"/>
                <a:gd name="connsiteX1" fmla="*/ 31318 w 62635"/>
                <a:gd name="connsiteY1" fmla="*/ 62636 h 62635"/>
                <a:gd name="connsiteX2" fmla="*/ 0 w 62635"/>
                <a:gd name="connsiteY2" fmla="*/ 31318 h 62635"/>
                <a:gd name="connsiteX3" fmla="*/ 31318 w 62635"/>
                <a:gd name="connsiteY3" fmla="*/ 0 h 62635"/>
                <a:gd name="connsiteX4" fmla="*/ 62636 w 62635"/>
                <a:gd name="connsiteY4" fmla="*/ 31318 h 6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5" h="62635">
                  <a:moveTo>
                    <a:pt x="62636" y="31318"/>
                  </a:moveTo>
                  <a:cubicBezTo>
                    <a:pt x="62636" y="48614"/>
                    <a:pt x="48614" y="62636"/>
                    <a:pt x="31318" y="62636"/>
                  </a:cubicBezTo>
                  <a:cubicBezTo>
                    <a:pt x="14021" y="62636"/>
                    <a:pt x="0" y="48614"/>
                    <a:pt x="0" y="31318"/>
                  </a:cubicBezTo>
                  <a:cubicBezTo>
                    <a:pt x="0" y="14021"/>
                    <a:pt x="14021" y="0"/>
                    <a:pt x="31318" y="0"/>
                  </a:cubicBezTo>
                  <a:cubicBezTo>
                    <a:pt x="48614" y="0"/>
                    <a:pt x="62636" y="14021"/>
                    <a:pt x="62636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1" name="爱设计-4-13">
              <a:extLst>
                <a:ext uri="{FF2B5EF4-FFF2-40B4-BE49-F238E27FC236}">
                  <a16:creationId xmlns:a16="http://schemas.microsoft.com/office/drawing/2014/main" id="{3C0EE509-9199-AC04-FDA1-C5A0E4900793}"/>
                </a:ext>
              </a:extLst>
            </p:cNvPr>
            <p:cNvSpPr/>
            <p:nvPr/>
          </p:nvSpPr>
          <p:spPr>
            <a:xfrm rot="16993565">
              <a:off x="11402444" y="6033624"/>
              <a:ext cx="75166" cy="75166"/>
            </a:xfrm>
            <a:custGeom>
              <a:avLst/>
              <a:gdLst>
                <a:gd name="connsiteX0" fmla="*/ 62639 w 62638"/>
                <a:gd name="connsiteY0" fmla="*/ 31319 h 62638"/>
                <a:gd name="connsiteX1" fmla="*/ 31319 w 62638"/>
                <a:gd name="connsiteY1" fmla="*/ 62639 h 62638"/>
                <a:gd name="connsiteX2" fmla="*/ 0 w 62638"/>
                <a:gd name="connsiteY2" fmla="*/ 31319 h 62638"/>
                <a:gd name="connsiteX3" fmla="*/ 31319 w 62638"/>
                <a:gd name="connsiteY3" fmla="*/ 0 h 62638"/>
                <a:gd name="connsiteX4" fmla="*/ 62639 w 62638"/>
                <a:gd name="connsiteY4" fmla="*/ 31319 h 6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8" h="62638">
                  <a:moveTo>
                    <a:pt x="62639" y="31319"/>
                  </a:moveTo>
                  <a:cubicBezTo>
                    <a:pt x="62639" y="48616"/>
                    <a:pt x="48616" y="62639"/>
                    <a:pt x="31319" y="62639"/>
                  </a:cubicBezTo>
                  <a:cubicBezTo>
                    <a:pt x="14022" y="62639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9" y="14022"/>
                    <a:pt x="62639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2" name="爱设计-4-14">
              <a:extLst>
                <a:ext uri="{FF2B5EF4-FFF2-40B4-BE49-F238E27FC236}">
                  <a16:creationId xmlns:a16="http://schemas.microsoft.com/office/drawing/2014/main" id="{D1A297C4-0F56-23CB-3461-13314F43F6E8}"/>
                </a:ext>
              </a:extLst>
            </p:cNvPr>
            <p:cNvSpPr/>
            <p:nvPr/>
          </p:nvSpPr>
          <p:spPr>
            <a:xfrm rot="16720379">
              <a:off x="11112006" y="6033647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3" name="爱设计-4-15">
              <a:extLst>
                <a:ext uri="{FF2B5EF4-FFF2-40B4-BE49-F238E27FC236}">
                  <a16:creationId xmlns:a16="http://schemas.microsoft.com/office/drawing/2014/main" id="{58AFD4C3-560F-B223-5FC9-FA9D046CBDAB}"/>
                </a:ext>
              </a:extLst>
            </p:cNvPr>
            <p:cNvSpPr/>
            <p:nvPr/>
          </p:nvSpPr>
          <p:spPr>
            <a:xfrm>
              <a:off x="12854642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4" name="爱设计-4-16">
              <a:extLst>
                <a:ext uri="{FF2B5EF4-FFF2-40B4-BE49-F238E27FC236}">
                  <a16:creationId xmlns:a16="http://schemas.microsoft.com/office/drawing/2014/main" id="{DD1392BD-1AA0-8EAE-BA1B-80C9837ACB9A}"/>
                </a:ext>
              </a:extLst>
            </p:cNvPr>
            <p:cNvSpPr/>
            <p:nvPr/>
          </p:nvSpPr>
          <p:spPr>
            <a:xfrm>
              <a:off x="12564222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5" name="爱设计-4-17">
              <a:extLst>
                <a:ext uri="{FF2B5EF4-FFF2-40B4-BE49-F238E27FC236}">
                  <a16:creationId xmlns:a16="http://schemas.microsoft.com/office/drawing/2014/main" id="{1F769AF2-D612-9B9A-B369-7415B713D2B7}"/>
                </a:ext>
              </a:extLst>
            </p:cNvPr>
            <p:cNvSpPr/>
            <p:nvPr/>
          </p:nvSpPr>
          <p:spPr>
            <a:xfrm>
              <a:off x="12273759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6" name="爱设计-4-18">
              <a:extLst>
                <a:ext uri="{FF2B5EF4-FFF2-40B4-BE49-F238E27FC236}">
                  <a16:creationId xmlns:a16="http://schemas.microsoft.com/office/drawing/2014/main" id="{CDCF46ED-7CD8-833D-F158-2C2C0BF98DF6}"/>
                </a:ext>
              </a:extLst>
            </p:cNvPr>
            <p:cNvSpPr/>
            <p:nvPr/>
          </p:nvSpPr>
          <p:spPr>
            <a:xfrm>
              <a:off x="11983297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7" name="爱设计-4-19">
              <a:extLst>
                <a:ext uri="{FF2B5EF4-FFF2-40B4-BE49-F238E27FC236}">
                  <a16:creationId xmlns:a16="http://schemas.microsoft.com/office/drawing/2014/main" id="{0647887B-32B4-A414-7651-9332642C91B1}"/>
                </a:ext>
              </a:extLst>
            </p:cNvPr>
            <p:cNvSpPr/>
            <p:nvPr/>
          </p:nvSpPr>
          <p:spPr>
            <a:xfrm>
              <a:off x="11692873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9 w 62636"/>
                <a:gd name="connsiteY1" fmla="*/ 62637 h 62636"/>
                <a:gd name="connsiteX2" fmla="*/ 0 w 62636"/>
                <a:gd name="connsiteY2" fmla="*/ 31318 h 62636"/>
                <a:gd name="connsiteX3" fmla="*/ 31319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9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8" name="爱设计-4-20">
              <a:extLst>
                <a:ext uri="{FF2B5EF4-FFF2-40B4-BE49-F238E27FC236}">
                  <a16:creationId xmlns:a16="http://schemas.microsoft.com/office/drawing/2014/main" id="{111D8707-D112-C043-CB13-B810C761A3E9}"/>
                </a:ext>
              </a:extLst>
            </p:cNvPr>
            <p:cNvSpPr/>
            <p:nvPr/>
          </p:nvSpPr>
          <p:spPr>
            <a:xfrm>
              <a:off x="11402412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49" name="爱设计-4-21">
              <a:extLst>
                <a:ext uri="{FF2B5EF4-FFF2-40B4-BE49-F238E27FC236}">
                  <a16:creationId xmlns:a16="http://schemas.microsoft.com/office/drawing/2014/main" id="{A6C3211D-BE38-2A86-CB51-D1A5ADC76A6B}"/>
                </a:ext>
              </a:extLst>
            </p:cNvPr>
            <p:cNvSpPr/>
            <p:nvPr/>
          </p:nvSpPr>
          <p:spPr>
            <a:xfrm>
              <a:off x="11111950" y="5768251"/>
              <a:ext cx="75163" cy="75163"/>
            </a:xfrm>
            <a:custGeom>
              <a:avLst/>
              <a:gdLst>
                <a:gd name="connsiteX0" fmla="*/ 62637 w 62636"/>
                <a:gd name="connsiteY0" fmla="*/ 31318 h 62636"/>
                <a:gd name="connsiteX1" fmla="*/ 31318 w 62636"/>
                <a:gd name="connsiteY1" fmla="*/ 62637 h 62636"/>
                <a:gd name="connsiteX2" fmla="*/ 0 w 62636"/>
                <a:gd name="connsiteY2" fmla="*/ 31318 h 62636"/>
                <a:gd name="connsiteX3" fmla="*/ 31318 w 62636"/>
                <a:gd name="connsiteY3" fmla="*/ 0 h 62636"/>
                <a:gd name="connsiteX4" fmla="*/ 62637 w 62636"/>
                <a:gd name="connsiteY4" fmla="*/ 31318 h 6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6" h="62636">
                  <a:moveTo>
                    <a:pt x="62637" y="31318"/>
                  </a:moveTo>
                  <a:cubicBezTo>
                    <a:pt x="62637" y="48615"/>
                    <a:pt x="48615" y="62637"/>
                    <a:pt x="31318" y="62637"/>
                  </a:cubicBezTo>
                  <a:cubicBezTo>
                    <a:pt x="14022" y="62637"/>
                    <a:pt x="0" y="48615"/>
                    <a:pt x="0" y="31318"/>
                  </a:cubicBezTo>
                  <a:cubicBezTo>
                    <a:pt x="0" y="14022"/>
                    <a:pt x="14022" y="0"/>
                    <a:pt x="31318" y="0"/>
                  </a:cubicBezTo>
                  <a:cubicBezTo>
                    <a:pt x="48615" y="0"/>
                    <a:pt x="62637" y="14022"/>
                    <a:pt x="62637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0" name="爱设计-4-22">
              <a:extLst>
                <a:ext uri="{FF2B5EF4-FFF2-40B4-BE49-F238E27FC236}">
                  <a16:creationId xmlns:a16="http://schemas.microsoft.com/office/drawing/2014/main" id="{F8BC3619-C098-2346-2D68-BB581D6449DC}"/>
                </a:ext>
              </a:extLst>
            </p:cNvPr>
            <p:cNvSpPr/>
            <p:nvPr/>
          </p:nvSpPr>
          <p:spPr>
            <a:xfrm rot="16993565">
              <a:off x="12854595" y="5502769"/>
              <a:ext cx="75166" cy="75166"/>
            </a:xfrm>
            <a:custGeom>
              <a:avLst/>
              <a:gdLst>
                <a:gd name="connsiteX0" fmla="*/ 62639 w 62638"/>
                <a:gd name="connsiteY0" fmla="*/ 31319 h 62638"/>
                <a:gd name="connsiteX1" fmla="*/ 31319 w 62638"/>
                <a:gd name="connsiteY1" fmla="*/ 62639 h 62638"/>
                <a:gd name="connsiteX2" fmla="*/ 0 w 62638"/>
                <a:gd name="connsiteY2" fmla="*/ 31319 h 62638"/>
                <a:gd name="connsiteX3" fmla="*/ 31319 w 62638"/>
                <a:gd name="connsiteY3" fmla="*/ 0 h 62638"/>
                <a:gd name="connsiteX4" fmla="*/ 62639 w 62638"/>
                <a:gd name="connsiteY4" fmla="*/ 31319 h 6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8" h="62638">
                  <a:moveTo>
                    <a:pt x="62639" y="31319"/>
                  </a:moveTo>
                  <a:cubicBezTo>
                    <a:pt x="62639" y="48616"/>
                    <a:pt x="48616" y="62639"/>
                    <a:pt x="31319" y="62639"/>
                  </a:cubicBezTo>
                  <a:cubicBezTo>
                    <a:pt x="14022" y="62639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9" y="14022"/>
                    <a:pt x="62639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1" name="爱设计-4-23">
              <a:extLst>
                <a:ext uri="{FF2B5EF4-FFF2-40B4-BE49-F238E27FC236}">
                  <a16:creationId xmlns:a16="http://schemas.microsoft.com/office/drawing/2014/main" id="{5AECB7B9-42CF-0B0F-DD2E-0C5558B73D3C}"/>
                </a:ext>
              </a:extLst>
            </p:cNvPr>
            <p:cNvSpPr/>
            <p:nvPr/>
          </p:nvSpPr>
          <p:spPr>
            <a:xfrm rot="16780286">
              <a:off x="12564148" y="5502773"/>
              <a:ext cx="75164" cy="75164"/>
            </a:xfrm>
            <a:custGeom>
              <a:avLst/>
              <a:gdLst>
                <a:gd name="connsiteX0" fmla="*/ 62638 w 62637"/>
                <a:gd name="connsiteY0" fmla="*/ 31319 h 62637"/>
                <a:gd name="connsiteX1" fmla="*/ 31319 w 62637"/>
                <a:gd name="connsiteY1" fmla="*/ 62638 h 62637"/>
                <a:gd name="connsiteX2" fmla="*/ 0 w 62637"/>
                <a:gd name="connsiteY2" fmla="*/ 31319 h 62637"/>
                <a:gd name="connsiteX3" fmla="*/ 31319 w 62637"/>
                <a:gd name="connsiteY3" fmla="*/ 0 h 62637"/>
                <a:gd name="connsiteX4" fmla="*/ 62638 w 62637"/>
                <a:gd name="connsiteY4" fmla="*/ 31319 h 6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7" h="62637">
                  <a:moveTo>
                    <a:pt x="62638" y="31319"/>
                  </a:moveTo>
                  <a:cubicBezTo>
                    <a:pt x="62638" y="48616"/>
                    <a:pt x="48616" y="62638"/>
                    <a:pt x="31319" y="62638"/>
                  </a:cubicBezTo>
                  <a:cubicBezTo>
                    <a:pt x="14022" y="62638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8" y="14022"/>
                    <a:pt x="62638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2" name="爱设计-4-24">
              <a:extLst>
                <a:ext uri="{FF2B5EF4-FFF2-40B4-BE49-F238E27FC236}">
                  <a16:creationId xmlns:a16="http://schemas.microsoft.com/office/drawing/2014/main" id="{5096EE0B-F5B3-5CE7-10D3-1F8F4CC6A21E}"/>
                </a:ext>
              </a:extLst>
            </p:cNvPr>
            <p:cNvSpPr/>
            <p:nvPr/>
          </p:nvSpPr>
          <p:spPr>
            <a:xfrm rot="16751350">
              <a:off x="12273726" y="5502775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3" name="爱设计-4-25">
              <a:extLst>
                <a:ext uri="{FF2B5EF4-FFF2-40B4-BE49-F238E27FC236}">
                  <a16:creationId xmlns:a16="http://schemas.microsoft.com/office/drawing/2014/main" id="{84D9A721-7D01-A38C-5316-244B6B980206}"/>
                </a:ext>
              </a:extLst>
            </p:cNvPr>
            <p:cNvSpPr/>
            <p:nvPr/>
          </p:nvSpPr>
          <p:spPr>
            <a:xfrm rot="16751350">
              <a:off x="11983281" y="5502800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4" name="爱设计-4-26">
              <a:extLst>
                <a:ext uri="{FF2B5EF4-FFF2-40B4-BE49-F238E27FC236}">
                  <a16:creationId xmlns:a16="http://schemas.microsoft.com/office/drawing/2014/main" id="{81DCD3A4-F371-1EAB-11D6-F23A641FB0E4}"/>
                </a:ext>
              </a:extLst>
            </p:cNvPr>
            <p:cNvSpPr/>
            <p:nvPr/>
          </p:nvSpPr>
          <p:spPr>
            <a:xfrm rot="19234291">
              <a:off x="11692839" y="5502800"/>
              <a:ext cx="75162" cy="75162"/>
            </a:xfrm>
            <a:custGeom>
              <a:avLst/>
              <a:gdLst>
                <a:gd name="connsiteX0" fmla="*/ 62636 w 62635"/>
                <a:gd name="connsiteY0" fmla="*/ 31318 h 62635"/>
                <a:gd name="connsiteX1" fmla="*/ 31318 w 62635"/>
                <a:gd name="connsiteY1" fmla="*/ 62636 h 62635"/>
                <a:gd name="connsiteX2" fmla="*/ 0 w 62635"/>
                <a:gd name="connsiteY2" fmla="*/ 31318 h 62635"/>
                <a:gd name="connsiteX3" fmla="*/ 31318 w 62635"/>
                <a:gd name="connsiteY3" fmla="*/ 0 h 62635"/>
                <a:gd name="connsiteX4" fmla="*/ 62636 w 62635"/>
                <a:gd name="connsiteY4" fmla="*/ 31318 h 62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5" h="62635">
                  <a:moveTo>
                    <a:pt x="62636" y="31318"/>
                  </a:moveTo>
                  <a:cubicBezTo>
                    <a:pt x="62636" y="48614"/>
                    <a:pt x="48614" y="62636"/>
                    <a:pt x="31318" y="62636"/>
                  </a:cubicBezTo>
                  <a:cubicBezTo>
                    <a:pt x="14021" y="62636"/>
                    <a:pt x="0" y="48614"/>
                    <a:pt x="0" y="31318"/>
                  </a:cubicBezTo>
                  <a:cubicBezTo>
                    <a:pt x="0" y="14021"/>
                    <a:pt x="14021" y="0"/>
                    <a:pt x="31318" y="0"/>
                  </a:cubicBezTo>
                  <a:cubicBezTo>
                    <a:pt x="48614" y="0"/>
                    <a:pt x="62636" y="14021"/>
                    <a:pt x="62636" y="31318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5" name="爱设计-4-27">
              <a:extLst>
                <a:ext uri="{FF2B5EF4-FFF2-40B4-BE49-F238E27FC236}">
                  <a16:creationId xmlns:a16="http://schemas.microsoft.com/office/drawing/2014/main" id="{4973857E-FB11-14F8-003C-410D55E3A73C}"/>
                </a:ext>
              </a:extLst>
            </p:cNvPr>
            <p:cNvSpPr/>
            <p:nvPr/>
          </p:nvSpPr>
          <p:spPr>
            <a:xfrm rot="16993565">
              <a:off x="11402391" y="5502812"/>
              <a:ext cx="75166" cy="75166"/>
            </a:xfrm>
            <a:custGeom>
              <a:avLst/>
              <a:gdLst>
                <a:gd name="connsiteX0" fmla="*/ 62639 w 62638"/>
                <a:gd name="connsiteY0" fmla="*/ 31319 h 62638"/>
                <a:gd name="connsiteX1" fmla="*/ 31319 w 62638"/>
                <a:gd name="connsiteY1" fmla="*/ 62639 h 62638"/>
                <a:gd name="connsiteX2" fmla="*/ 0 w 62638"/>
                <a:gd name="connsiteY2" fmla="*/ 31319 h 62638"/>
                <a:gd name="connsiteX3" fmla="*/ 31319 w 62638"/>
                <a:gd name="connsiteY3" fmla="*/ 0 h 62638"/>
                <a:gd name="connsiteX4" fmla="*/ 62639 w 62638"/>
                <a:gd name="connsiteY4" fmla="*/ 31319 h 62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8" h="62638">
                  <a:moveTo>
                    <a:pt x="62639" y="31319"/>
                  </a:moveTo>
                  <a:cubicBezTo>
                    <a:pt x="62639" y="48616"/>
                    <a:pt x="48616" y="62639"/>
                    <a:pt x="31319" y="62639"/>
                  </a:cubicBezTo>
                  <a:cubicBezTo>
                    <a:pt x="14022" y="62639"/>
                    <a:pt x="0" y="48616"/>
                    <a:pt x="0" y="31319"/>
                  </a:cubicBezTo>
                  <a:cubicBezTo>
                    <a:pt x="0" y="14022"/>
                    <a:pt x="14022" y="0"/>
                    <a:pt x="31319" y="0"/>
                  </a:cubicBezTo>
                  <a:cubicBezTo>
                    <a:pt x="48616" y="0"/>
                    <a:pt x="62639" y="14022"/>
                    <a:pt x="62639" y="31319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  <p:sp>
          <p:nvSpPr>
            <p:cNvPr id="56" name="爱设计-4-28">
              <a:extLst>
                <a:ext uri="{FF2B5EF4-FFF2-40B4-BE49-F238E27FC236}">
                  <a16:creationId xmlns:a16="http://schemas.microsoft.com/office/drawing/2014/main" id="{9C0CC1FC-C1AB-A413-4637-9616450F6A18}"/>
                </a:ext>
              </a:extLst>
            </p:cNvPr>
            <p:cNvSpPr/>
            <p:nvPr/>
          </p:nvSpPr>
          <p:spPr>
            <a:xfrm rot="16720379">
              <a:off x="11111948" y="5502836"/>
              <a:ext cx="75167" cy="75167"/>
            </a:xfrm>
            <a:custGeom>
              <a:avLst/>
              <a:gdLst>
                <a:gd name="connsiteX0" fmla="*/ 62639 w 62639"/>
                <a:gd name="connsiteY0" fmla="*/ 31320 h 62639"/>
                <a:gd name="connsiteX1" fmla="*/ 31320 w 62639"/>
                <a:gd name="connsiteY1" fmla="*/ 62639 h 62639"/>
                <a:gd name="connsiteX2" fmla="*/ 0 w 62639"/>
                <a:gd name="connsiteY2" fmla="*/ 31320 h 62639"/>
                <a:gd name="connsiteX3" fmla="*/ 31320 w 62639"/>
                <a:gd name="connsiteY3" fmla="*/ 0 h 62639"/>
                <a:gd name="connsiteX4" fmla="*/ 62639 w 62639"/>
                <a:gd name="connsiteY4" fmla="*/ 31320 h 62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2639" h="62639">
                  <a:moveTo>
                    <a:pt x="62639" y="31320"/>
                  </a:moveTo>
                  <a:cubicBezTo>
                    <a:pt x="62639" y="48617"/>
                    <a:pt x="48617" y="62639"/>
                    <a:pt x="31320" y="62639"/>
                  </a:cubicBezTo>
                  <a:cubicBezTo>
                    <a:pt x="14022" y="62639"/>
                    <a:pt x="0" y="48617"/>
                    <a:pt x="0" y="31320"/>
                  </a:cubicBezTo>
                  <a:cubicBezTo>
                    <a:pt x="0" y="14022"/>
                    <a:pt x="14022" y="0"/>
                    <a:pt x="31320" y="0"/>
                  </a:cubicBezTo>
                  <a:cubicBezTo>
                    <a:pt x="48617" y="0"/>
                    <a:pt x="62639" y="14022"/>
                    <a:pt x="62639" y="31320"/>
                  </a:cubicBezTo>
                  <a:close/>
                </a:path>
              </a:pathLst>
            </a:custGeom>
            <a:grpFill/>
            <a:ln w="32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160"/>
            </a:p>
          </p:txBody>
        </p:sp>
      </p:grpSp>
      <p:sp>
        <p:nvSpPr>
          <p:cNvPr id="57" name="爱设计-5">
            <a:extLst>
              <a:ext uri="{FF2B5EF4-FFF2-40B4-BE49-F238E27FC236}">
                <a16:creationId xmlns:a16="http://schemas.microsoft.com/office/drawing/2014/main" id="{A83413E5-453F-C5B5-F645-781C8FB76627}"/>
              </a:ext>
            </a:extLst>
          </p:cNvPr>
          <p:cNvSpPr/>
          <p:nvPr/>
        </p:nvSpPr>
        <p:spPr>
          <a:xfrm>
            <a:off x="1270389" y="1675312"/>
            <a:ext cx="3483428" cy="445878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160"/>
          </a:p>
        </p:txBody>
      </p:sp>
      <p:sp>
        <p:nvSpPr>
          <p:cNvPr id="58" name="爱设计-6">
            <a:extLst>
              <a:ext uri="{FF2B5EF4-FFF2-40B4-BE49-F238E27FC236}">
                <a16:creationId xmlns:a16="http://schemas.microsoft.com/office/drawing/2014/main" id="{67F5F79B-0F4C-72D1-3583-22074FCF0F68}"/>
              </a:ext>
            </a:extLst>
          </p:cNvPr>
          <p:cNvSpPr/>
          <p:nvPr/>
        </p:nvSpPr>
        <p:spPr>
          <a:xfrm>
            <a:off x="4753816" y="1675312"/>
            <a:ext cx="5806440" cy="3657602"/>
          </a:xfrm>
          <a:prstGeom prst="rect">
            <a:avLst/>
          </a:prstGeom>
          <a:solidFill>
            <a:schemeClr val="bg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tx1">
                <a:lumMod val="50000"/>
                <a:lumOff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54"/>
            <a:endParaRPr lang="en-GB" sz="2400" b="1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59" name="爱设计-7">
            <a:extLst>
              <a:ext uri="{FF2B5EF4-FFF2-40B4-BE49-F238E27FC236}">
                <a16:creationId xmlns:a16="http://schemas.microsoft.com/office/drawing/2014/main" id="{B6072599-605E-8D41-DB93-4C53F6FC323D}"/>
              </a:ext>
            </a:extLst>
          </p:cNvPr>
          <p:cNvSpPr/>
          <p:nvPr/>
        </p:nvSpPr>
        <p:spPr>
          <a:xfrm flipH="1">
            <a:off x="3952629" y="5332913"/>
            <a:ext cx="801187" cy="801187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60" dirty="0"/>
          </a:p>
        </p:txBody>
      </p:sp>
      <p:sp>
        <p:nvSpPr>
          <p:cNvPr id="60" name="爱设计-8">
            <a:extLst>
              <a:ext uri="{FF2B5EF4-FFF2-40B4-BE49-F238E27FC236}">
                <a16:creationId xmlns:a16="http://schemas.microsoft.com/office/drawing/2014/main" id="{40C7B0BD-DBC3-4F55-F5D4-F1716B849529}"/>
              </a:ext>
            </a:extLst>
          </p:cNvPr>
          <p:cNvSpPr/>
          <p:nvPr/>
        </p:nvSpPr>
        <p:spPr>
          <a:xfrm rot="2700000" flipH="1">
            <a:off x="4326829" y="5684253"/>
            <a:ext cx="98508" cy="98508"/>
          </a:xfrm>
          <a:custGeom>
            <a:avLst/>
            <a:gdLst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4" fmla="*/ 0 w 609600"/>
              <a:gd name="connsiteY4" fmla="*/ 0 h 609600"/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4" fmla="*/ 91440 w 609600"/>
              <a:gd name="connsiteY4" fmla="*/ 91440 h 609600"/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0" fmla="*/ 609600 w 609600"/>
              <a:gd name="connsiteY0" fmla="*/ 0 h 609600"/>
              <a:gd name="connsiteX1" fmla="*/ 609600 w 609600"/>
              <a:gd name="connsiteY1" fmla="*/ 609600 h 609600"/>
              <a:gd name="connsiteX2" fmla="*/ 0 w 60960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609600">
                <a:moveTo>
                  <a:pt x="609600" y="0"/>
                </a:moveTo>
                <a:lnTo>
                  <a:pt x="609600" y="609600"/>
                </a:lnTo>
                <a:lnTo>
                  <a:pt x="0" y="609600"/>
                </a:lnTo>
              </a:path>
            </a:pathLst>
          </a:custGeom>
          <a:noFill/>
          <a:ln w="1524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60"/>
          </a:p>
        </p:txBody>
      </p:sp>
      <p:sp>
        <p:nvSpPr>
          <p:cNvPr id="61" name="爱设计-9">
            <a:extLst>
              <a:ext uri="{FF2B5EF4-FFF2-40B4-BE49-F238E27FC236}">
                <a16:creationId xmlns:a16="http://schemas.microsoft.com/office/drawing/2014/main" id="{090AFBE6-2835-A0BC-8A5C-CD34F66C09DB}"/>
              </a:ext>
            </a:extLst>
          </p:cNvPr>
          <p:cNvSpPr/>
          <p:nvPr/>
        </p:nvSpPr>
        <p:spPr>
          <a:xfrm>
            <a:off x="4753816" y="5332913"/>
            <a:ext cx="801187" cy="801187"/>
          </a:xfrm>
          <a:prstGeom prst="rect">
            <a:avLst/>
          </a:prstGeom>
          <a:solidFill>
            <a:schemeClr val="accent2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54"/>
            <a:endParaRPr lang="en-GB" sz="2400" b="1">
              <a:solidFill>
                <a:srgbClr val="FFFFFF"/>
              </a:solidFill>
            </a:endParaRPr>
          </a:p>
        </p:txBody>
      </p:sp>
      <p:sp>
        <p:nvSpPr>
          <p:cNvPr id="62" name="爱设计-10">
            <a:extLst>
              <a:ext uri="{FF2B5EF4-FFF2-40B4-BE49-F238E27FC236}">
                <a16:creationId xmlns:a16="http://schemas.microsoft.com/office/drawing/2014/main" id="{A71C86E8-23C2-CB0E-948F-B1C0ABDA611C}"/>
              </a:ext>
            </a:extLst>
          </p:cNvPr>
          <p:cNvSpPr/>
          <p:nvPr/>
        </p:nvSpPr>
        <p:spPr>
          <a:xfrm rot="18900000">
            <a:off x="5082296" y="5684253"/>
            <a:ext cx="98508" cy="98508"/>
          </a:xfrm>
          <a:custGeom>
            <a:avLst/>
            <a:gdLst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4" fmla="*/ 0 w 609600"/>
              <a:gd name="connsiteY4" fmla="*/ 0 h 609600"/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4" fmla="*/ 91440 w 609600"/>
              <a:gd name="connsiteY4" fmla="*/ 91440 h 609600"/>
              <a:gd name="connsiteX0" fmla="*/ 0 w 609600"/>
              <a:gd name="connsiteY0" fmla="*/ 0 h 609600"/>
              <a:gd name="connsiteX1" fmla="*/ 609600 w 609600"/>
              <a:gd name="connsiteY1" fmla="*/ 0 h 609600"/>
              <a:gd name="connsiteX2" fmla="*/ 609600 w 609600"/>
              <a:gd name="connsiteY2" fmla="*/ 609600 h 609600"/>
              <a:gd name="connsiteX3" fmla="*/ 0 w 609600"/>
              <a:gd name="connsiteY3" fmla="*/ 609600 h 609600"/>
              <a:gd name="connsiteX0" fmla="*/ 609600 w 609600"/>
              <a:gd name="connsiteY0" fmla="*/ 0 h 609600"/>
              <a:gd name="connsiteX1" fmla="*/ 609600 w 609600"/>
              <a:gd name="connsiteY1" fmla="*/ 609600 h 609600"/>
              <a:gd name="connsiteX2" fmla="*/ 0 w 60960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609600">
                <a:moveTo>
                  <a:pt x="609600" y="0"/>
                </a:moveTo>
                <a:lnTo>
                  <a:pt x="609600" y="609600"/>
                </a:lnTo>
                <a:lnTo>
                  <a:pt x="0" y="609600"/>
                </a:lnTo>
              </a:path>
            </a:pathLst>
          </a:custGeom>
          <a:noFill/>
          <a:ln w="1524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160"/>
          </a:p>
        </p:txBody>
      </p:sp>
      <p:sp>
        <p:nvSpPr>
          <p:cNvPr id="63" name="爱设计-11">
            <a:extLst>
              <a:ext uri="{FF2B5EF4-FFF2-40B4-BE49-F238E27FC236}">
                <a16:creationId xmlns:a16="http://schemas.microsoft.com/office/drawing/2014/main" id="{07EA2B18-7DD3-277B-663F-CBDAF047F385}"/>
              </a:ext>
            </a:extLst>
          </p:cNvPr>
          <p:cNvSpPr txBox="1"/>
          <p:nvPr/>
        </p:nvSpPr>
        <p:spPr>
          <a:xfrm flipH="1">
            <a:off x="5144075" y="2866579"/>
            <a:ext cx="5070878" cy="1751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改动得以局部化，增加新代码不用改变已有代码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更好的复用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对正交的组件进行组合，生产率会微妙的提高。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组件能做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件事，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组件能做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件事，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AB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组合在一起就能做</a:t>
            </a:r>
            <a:r>
              <a:rPr lang="en-US" altLang="zh-CN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M*N</a:t>
            </a:r>
            <a:r>
              <a:rPr lang="zh-CN" altLang="en-US" sz="168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件事。（这里有一点中台的感觉）</a:t>
            </a:r>
          </a:p>
        </p:txBody>
      </p:sp>
      <p:sp>
        <p:nvSpPr>
          <p:cNvPr id="64" name="爱设计-12">
            <a:extLst>
              <a:ext uri="{FF2B5EF4-FFF2-40B4-BE49-F238E27FC236}">
                <a16:creationId xmlns:a16="http://schemas.microsoft.com/office/drawing/2014/main" id="{3105900C-76D5-89F9-1ABD-3651DC507D18}"/>
              </a:ext>
            </a:extLst>
          </p:cNvPr>
          <p:cNvSpPr txBox="1"/>
          <p:nvPr/>
        </p:nvSpPr>
        <p:spPr>
          <a:xfrm flipH="1">
            <a:off x="5144075" y="2308880"/>
            <a:ext cx="4223659" cy="55399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zh-CN" altLang="en-US" sz="288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提高生产率</a:t>
            </a:r>
          </a:p>
        </p:txBody>
      </p:sp>
      <p:sp>
        <p:nvSpPr>
          <p:cNvPr id="65" name="爱设计-13">
            <a:extLst>
              <a:ext uri="{FF2B5EF4-FFF2-40B4-BE49-F238E27FC236}">
                <a16:creationId xmlns:a16="http://schemas.microsoft.com/office/drawing/2014/main" id="{37474CFF-BD3B-4A63-E0D7-0A69F41F7B94}"/>
              </a:ext>
            </a:extLst>
          </p:cNvPr>
          <p:cNvSpPr/>
          <p:nvPr/>
        </p:nvSpPr>
        <p:spPr>
          <a:xfrm>
            <a:off x="9607327" y="1445784"/>
            <a:ext cx="438196" cy="438196"/>
          </a:xfrm>
          <a:prstGeom prst="rect">
            <a:avLst/>
          </a:prstGeom>
          <a:solidFill>
            <a:schemeClr val="accent1"/>
          </a:solidFill>
          <a:ln w="12700" cap="rnd">
            <a:noFill/>
            <a:prstDash val="solid"/>
            <a:round/>
            <a:headEnd/>
            <a:tailEnd/>
          </a:ln>
          <a:effectLst>
            <a:outerShdw blurRad="254000" dist="127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354"/>
            <a:r>
              <a:rPr lang="en-GB" sz="1680" b="1" dirty="0">
                <a:solidFill>
                  <a:srgbClr val="FFFFFF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51204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61930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 注重实效的哲学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PRAGMATIC PHILOSOPHY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爱设计-4">
            <a:extLst>
              <a:ext uri="{FF2B5EF4-FFF2-40B4-BE49-F238E27FC236}">
                <a16:creationId xmlns:a16="http://schemas.microsoft.com/office/drawing/2014/main" id="{087EBBB1-8E35-7C52-CC09-34FBB990F8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0750" y="1603422"/>
            <a:ext cx="10350500" cy="309299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508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381000" sx="103000" sy="103000" algn="ctr" rotWithShape="0">
              <a:schemeClr val="accent1">
                <a:lumMod val="50000"/>
                <a:alpha val="20000"/>
              </a:schemeClr>
            </a:outerShdw>
          </a:effectLst>
        </p:spPr>
      </p:pic>
      <p:sp>
        <p:nvSpPr>
          <p:cNvPr id="3" name="爱设计-5">
            <a:extLst>
              <a:ext uri="{FF2B5EF4-FFF2-40B4-BE49-F238E27FC236}">
                <a16:creationId xmlns:a16="http://schemas.microsoft.com/office/drawing/2014/main" id="{E6B0AAE1-2593-2635-B82A-ABBAF0FABF39}"/>
              </a:ext>
            </a:extLst>
          </p:cNvPr>
          <p:cNvSpPr/>
          <p:nvPr/>
        </p:nvSpPr>
        <p:spPr>
          <a:xfrm>
            <a:off x="10889649" y="2781617"/>
            <a:ext cx="733425" cy="7334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93FAA27C-815D-064C-D4FB-7C6D77F3D499}"/>
              </a:ext>
            </a:extLst>
          </p:cNvPr>
          <p:cNvSpPr/>
          <p:nvPr/>
        </p:nvSpPr>
        <p:spPr>
          <a:xfrm rot="5400000">
            <a:off x="11103517" y="3016567"/>
            <a:ext cx="305689" cy="263525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71C82CC9-196A-AEA7-50E6-E55681E60FC6}"/>
              </a:ext>
            </a:extLst>
          </p:cNvPr>
          <p:cNvSpPr/>
          <p:nvPr/>
        </p:nvSpPr>
        <p:spPr>
          <a:xfrm>
            <a:off x="3951823" y="4968270"/>
            <a:ext cx="4288353" cy="584775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+mn-lt"/>
              </a:rPr>
              <a:t>注重实效程序员的特征</a:t>
            </a: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839CE036-5B72-6696-795A-A7D046F830EF}"/>
              </a:ext>
            </a:extLst>
          </p:cNvPr>
          <p:cNvSpPr txBox="1">
            <a:spLocks/>
          </p:cNvSpPr>
          <p:nvPr/>
        </p:nvSpPr>
        <p:spPr>
          <a:xfrm>
            <a:off x="673101" y="5513714"/>
            <a:ext cx="10845798" cy="81946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在汇报问题时，应该提供各种解决问题的选择，而不是借口。而当你对某件事情无能为力准备和其他人交谈时，先听一下自己内心的声音，想一想别人会怎么问你？你尝试过哪些方式去解决这个问题？没有什么解决不了问题，只是解决方案的好坏程度不一样罢了。</a:t>
            </a:r>
          </a:p>
        </p:txBody>
      </p:sp>
    </p:spTree>
    <p:extLst>
      <p:ext uri="{BB962C8B-B14F-4D97-AF65-F5344CB8AC3E}">
        <p14:creationId xmlns:p14="http://schemas.microsoft.com/office/powerpoint/2010/main" val="70038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1436291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学会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交流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爱设计-4">
            <a:extLst>
              <a:ext uri="{FF2B5EF4-FFF2-40B4-BE49-F238E27FC236}">
                <a16:creationId xmlns:a16="http://schemas.microsoft.com/office/drawing/2014/main" id="{7B0B93AC-EFAA-CE8A-8D4F-15054A2DD8DD}"/>
              </a:ext>
            </a:extLst>
          </p:cNvPr>
          <p:cNvSpPr/>
          <p:nvPr/>
        </p:nvSpPr>
        <p:spPr>
          <a:xfrm>
            <a:off x="6355117" y="2021109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38" name="爱设计-5">
            <a:extLst>
              <a:ext uri="{FF2B5EF4-FFF2-40B4-BE49-F238E27FC236}">
                <a16:creationId xmlns:a16="http://schemas.microsoft.com/office/drawing/2014/main" id="{CA052AAD-1102-F9CE-B6F2-46C9A55C12AA}"/>
              </a:ext>
            </a:extLst>
          </p:cNvPr>
          <p:cNvSpPr/>
          <p:nvPr/>
        </p:nvSpPr>
        <p:spPr>
          <a:xfrm>
            <a:off x="1006146" y="2021109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39" name="爱设计-6">
            <a:extLst>
              <a:ext uri="{FF2B5EF4-FFF2-40B4-BE49-F238E27FC236}">
                <a16:creationId xmlns:a16="http://schemas.microsoft.com/office/drawing/2014/main" id="{4D9F8DB3-4F43-D372-11EB-3F476FF18508}"/>
              </a:ext>
            </a:extLst>
          </p:cNvPr>
          <p:cNvSpPr/>
          <p:nvPr/>
        </p:nvSpPr>
        <p:spPr>
          <a:xfrm>
            <a:off x="1006146" y="4244638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0" name="爱设计-7">
            <a:extLst>
              <a:ext uri="{FF2B5EF4-FFF2-40B4-BE49-F238E27FC236}">
                <a16:creationId xmlns:a16="http://schemas.microsoft.com/office/drawing/2014/main" id="{968F9279-CC82-7CD6-7E81-44C7FA5F94DD}"/>
              </a:ext>
            </a:extLst>
          </p:cNvPr>
          <p:cNvSpPr/>
          <p:nvPr/>
        </p:nvSpPr>
        <p:spPr>
          <a:xfrm>
            <a:off x="6355117" y="4244637"/>
            <a:ext cx="4860000" cy="178216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635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41" name="爱设计-8">
            <a:extLst>
              <a:ext uri="{FF2B5EF4-FFF2-40B4-BE49-F238E27FC236}">
                <a16:creationId xmlns:a16="http://schemas.microsoft.com/office/drawing/2014/main" id="{E8AB73B9-8933-C91F-D966-5983EEAF9F3E}"/>
              </a:ext>
            </a:extLst>
          </p:cNvPr>
          <p:cNvSpPr/>
          <p:nvPr/>
        </p:nvSpPr>
        <p:spPr>
          <a:xfrm>
            <a:off x="706120" y="1721082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01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2" name="爱设计-9">
            <a:extLst>
              <a:ext uri="{FF2B5EF4-FFF2-40B4-BE49-F238E27FC236}">
                <a16:creationId xmlns:a16="http://schemas.microsoft.com/office/drawing/2014/main" id="{98F31E1E-74CC-7A0F-A1A7-7E19CEDA03E5}"/>
              </a:ext>
            </a:extLst>
          </p:cNvPr>
          <p:cNvSpPr/>
          <p:nvPr/>
        </p:nvSpPr>
        <p:spPr>
          <a:xfrm>
            <a:off x="706120" y="3961226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03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3" name="爱设计-10">
            <a:extLst>
              <a:ext uri="{FF2B5EF4-FFF2-40B4-BE49-F238E27FC236}">
                <a16:creationId xmlns:a16="http://schemas.microsoft.com/office/drawing/2014/main" id="{9897CB25-ECF0-D31A-2695-A3047DAB01DE}"/>
              </a:ext>
            </a:extLst>
          </p:cNvPr>
          <p:cNvSpPr/>
          <p:nvPr/>
        </p:nvSpPr>
        <p:spPr>
          <a:xfrm>
            <a:off x="10898510" y="3961226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04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44" name="爱设计-11">
            <a:extLst>
              <a:ext uri="{FF2B5EF4-FFF2-40B4-BE49-F238E27FC236}">
                <a16:creationId xmlns:a16="http://schemas.microsoft.com/office/drawing/2014/main" id="{A5A2C6CC-7304-436C-662A-64E21359B2C2}"/>
              </a:ext>
            </a:extLst>
          </p:cNvPr>
          <p:cNvSpPr txBox="1"/>
          <p:nvPr/>
        </p:nvSpPr>
        <p:spPr>
          <a:xfrm>
            <a:off x="1313817" y="2228019"/>
            <a:ext cx="2031325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知道你想要说什么</a:t>
            </a:r>
          </a:p>
        </p:txBody>
      </p:sp>
      <p:sp>
        <p:nvSpPr>
          <p:cNvPr id="45" name="爱设计-12">
            <a:extLst>
              <a:ext uri="{FF2B5EF4-FFF2-40B4-BE49-F238E27FC236}">
                <a16:creationId xmlns:a16="http://schemas.microsoft.com/office/drawing/2014/main" id="{1EB414AB-4D8D-8DD2-D120-8414ED0BC4EE}"/>
              </a:ext>
            </a:extLst>
          </p:cNvPr>
          <p:cNvSpPr txBox="1"/>
          <p:nvPr/>
        </p:nvSpPr>
        <p:spPr>
          <a:xfrm>
            <a:off x="1313817" y="2748929"/>
            <a:ext cx="3570888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当我们面临会议，重要通话，或者只是撰写技术文档，问下自己你要表达的中心想法是什么，围绕这一点进行展开。</a:t>
            </a:r>
          </a:p>
        </p:txBody>
      </p:sp>
      <p:sp>
        <p:nvSpPr>
          <p:cNvPr id="46" name="爱设计-13">
            <a:extLst>
              <a:ext uri="{FF2B5EF4-FFF2-40B4-BE49-F238E27FC236}">
                <a16:creationId xmlns:a16="http://schemas.microsoft.com/office/drawing/2014/main" id="{F7F0CD6B-538B-3D8D-9A92-E7AF52E4CE90}"/>
              </a:ext>
            </a:extLst>
          </p:cNvPr>
          <p:cNvSpPr txBox="1"/>
          <p:nvPr/>
        </p:nvSpPr>
        <p:spPr>
          <a:xfrm>
            <a:off x="1313817" y="4450342"/>
            <a:ext cx="1107996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选择风格</a:t>
            </a:r>
          </a:p>
        </p:txBody>
      </p:sp>
      <p:sp>
        <p:nvSpPr>
          <p:cNvPr id="47" name="爱设计-14">
            <a:extLst>
              <a:ext uri="{FF2B5EF4-FFF2-40B4-BE49-F238E27FC236}">
                <a16:creationId xmlns:a16="http://schemas.microsoft.com/office/drawing/2014/main" id="{156586B7-8ED1-286F-6A2F-EA09BAF9825A}"/>
              </a:ext>
            </a:extLst>
          </p:cNvPr>
          <p:cNvSpPr txBox="1"/>
          <p:nvPr/>
        </p:nvSpPr>
        <p:spPr>
          <a:xfrm>
            <a:off x="1313817" y="4971252"/>
            <a:ext cx="3570888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传达一个消息，可以是正式的邮件，黑板上的绘图，口头描述，及时消息，选一个适合你的目的的方式。</a:t>
            </a:r>
          </a:p>
        </p:txBody>
      </p:sp>
      <p:sp>
        <p:nvSpPr>
          <p:cNvPr id="48" name="爱设计-15">
            <a:extLst>
              <a:ext uri="{FF2B5EF4-FFF2-40B4-BE49-F238E27FC236}">
                <a16:creationId xmlns:a16="http://schemas.microsoft.com/office/drawing/2014/main" id="{BA169A23-F0D8-D76F-C08F-E57B35CD600A}"/>
              </a:ext>
            </a:extLst>
          </p:cNvPr>
          <p:cNvSpPr txBox="1"/>
          <p:nvPr/>
        </p:nvSpPr>
        <p:spPr>
          <a:xfrm>
            <a:off x="6669846" y="4450342"/>
            <a:ext cx="1338828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让文档美观</a:t>
            </a:r>
          </a:p>
        </p:txBody>
      </p:sp>
      <p:sp>
        <p:nvSpPr>
          <p:cNvPr id="49" name="爱设计-16">
            <a:extLst>
              <a:ext uri="{FF2B5EF4-FFF2-40B4-BE49-F238E27FC236}">
                <a16:creationId xmlns:a16="http://schemas.microsoft.com/office/drawing/2014/main" id="{9C29468E-8E58-4BAA-B2FE-D0EC8D2FCB32}"/>
              </a:ext>
            </a:extLst>
          </p:cNvPr>
          <p:cNvSpPr txBox="1"/>
          <p:nvPr/>
        </p:nvSpPr>
        <p:spPr>
          <a:xfrm>
            <a:off x="6669846" y="4971252"/>
            <a:ext cx="3570888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技术文档不光要注意内容也要注意形式，使用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LaTeX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或者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Markdown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进行排版。</a:t>
            </a:r>
          </a:p>
        </p:txBody>
      </p:sp>
      <p:sp>
        <p:nvSpPr>
          <p:cNvPr id="50" name="爱设计-17">
            <a:extLst>
              <a:ext uri="{FF2B5EF4-FFF2-40B4-BE49-F238E27FC236}">
                <a16:creationId xmlns:a16="http://schemas.microsoft.com/office/drawing/2014/main" id="{31DA0D61-0467-4387-2A65-DB17D1C49EC9}"/>
              </a:ext>
            </a:extLst>
          </p:cNvPr>
          <p:cNvSpPr txBox="1"/>
          <p:nvPr/>
        </p:nvSpPr>
        <p:spPr>
          <a:xfrm>
            <a:off x="6669846" y="2228019"/>
            <a:ext cx="1569660" cy="4086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了解你的听众</a:t>
            </a:r>
          </a:p>
        </p:txBody>
      </p:sp>
      <p:sp>
        <p:nvSpPr>
          <p:cNvPr id="51" name="爱设计-18">
            <a:extLst>
              <a:ext uri="{FF2B5EF4-FFF2-40B4-BE49-F238E27FC236}">
                <a16:creationId xmlns:a16="http://schemas.microsoft.com/office/drawing/2014/main" id="{8E0CFC25-E5E6-FB65-CD0B-1B0DB57E0162}"/>
              </a:ext>
            </a:extLst>
          </p:cNvPr>
          <p:cNvSpPr txBox="1"/>
          <p:nvPr/>
        </p:nvSpPr>
        <p:spPr>
          <a:xfrm>
            <a:off x="6669846" y="2748929"/>
            <a:ext cx="3570888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比如你要做一场分享，你可以按照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WISDOM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en Sans" panose="020B0606030504020204" pitchFamily="34" charset="0"/>
              </a:rPr>
              <a:t>的形式思考这几个问题</a:t>
            </a:r>
          </a:p>
        </p:txBody>
      </p:sp>
      <p:sp>
        <p:nvSpPr>
          <p:cNvPr id="52" name="爱设计-19">
            <a:extLst>
              <a:ext uri="{FF2B5EF4-FFF2-40B4-BE49-F238E27FC236}">
                <a16:creationId xmlns:a16="http://schemas.microsoft.com/office/drawing/2014/main" id="{74965828-BE83-7557-DC9D-F281AB5795F4}"/>
              </a:ext>
            </a:extLst>
          </p:cNvPr>
          <p:cNvSpPr/>
          <p:nvPr/>
        </p:nvSpPr>
        <p:spPr>
          <a:xfrm>
            <a:off x="10898510" y="1721082"/>
            <a:ext cx="600054" cy="60005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02</a:t>
            </a:r>
            <a:endParaRPr lang="zh-CN" altLang="en-US" dirty="0">
              <a:solidFill>
                <a:schemeClr val="bg1"/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cxnSp>
        <p:nvCxnSpPr>
          <p:cNvPr id="53" name="爱设计-20">
            <a:extLst>
              <a:ext uri="{FF2B5EF4-FFF2-40B4-BE49-F238E27FC236}">
                <a16:creationId xmlns:a16="http://schemas.microsoft.com/office/drawing/2014/main" id="{8CEFEFC1-1B31-0D37-94FA-9F28C07C0AFA}"/>
              </a:ext>
            </a:extLst>
          </p:cNvPr>
          <p:cNvCxnSpPr>
            <a:cxnSpLocks/>
          </p:cNvCxnSpPr>
          <p:nvPr/>
        </p:nvCxnSpPr>
        <p:spPr>
          <a:xfrm>
            <a:off x="1397511" y="2636657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爱设计-21">
            <a:extLst>
              <a:ext uri="{FF2B5EF4-FFF2-40B4-BE49-F238E27FC236}">
                <a16:creationId xmlns:a16="http://schemas.microsoft.com/office/drawing/2014/main" id="{46069AB1-0813-29FB-D690-4165F87CDF6E}"/>
              </a:ext>
            </a:extLst>
          </p:cNvPr>
          <p:cNvCxnSpPr>
            <a:cxnSpLocks/>
          </p:cNvCxnSpPr>
          <p:nvPr/>
        </p:nvCxnSpPr>
        <p:spPr>
          <a:xfrm>
            <a:off x="1397511" y="4868550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爱设计-22">
            <a:extLst>
              <a:ext uri="{FF2B5EF4-FFF2-40B4-BE49-F238E27FC236}">
                <a16:creationId xmlns:a16="http://schemas.microsoft.com/office/drawing/2014/main" id="{2A70DBC3-A24E-54CE-0612-973AA6989B01}"/>
              </a:ext>
            </a:extLst>
          </p:cNvPr>
          <p:cNvCxnSpPr>
            <a:cxnSpLocks/>
          </p:cNvCxnSpPr>
          <p:nvPr/>
        </p:nvCxnSpPr>
        <p:spPr>
          <a:xfrm>
            <a:off x="6794523" y="4868550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爱设计-23">
            <a:extLst>
              <a:ext uri="{FF2B5EF4-FFF2-40B4-BE49-F238E27FC236}">
                <a16:creationId xmlns:a16="http://schemas.microsoft.com/office/drawing/2014/main" id="{C02A5854-940A-AB96-4767-4717C11F09B0}"/>
              </a:ext>
            </a:extLst>
          </p:cNvPr>
          <p:cNvCxnSpPr>
            <a:cxnSpLocks/>
          </p:cNvCxnSpPr>
          <p:nvPr/>
        </p:nvCxnSpPr>
        <p:spPr>
          <a:xfrm>
            <a:off x="6794523" y="2636657"/>
            <a:ext cx="1136139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爱设计-24">
            <a:extLst>
              <a:ext uri="{FF2B5EF4-FFF2-40B4-BE49-F238E27FC236}">
                <a16:creationId xmlns:a16="http://schemas.microsoft.com/office/drawing/2014/main" id="{19D7EDE1-39A1-F7A6-B5B1-69945DE5A112}"/>
              </a:ext>
            </a:extLst>
          </p:cNvPr>
          <p:cNvSpPr/>
          <p:nvPr/>
        </p:nvSpPr>
        <p:spPr>
          <a:xfrm>
            <a:off x="5048283" y="2642194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58" name="爱设计-25">
            <a:extLst>
              <a:ext uri="{FF2B5EF4-FFF2-40B4-BE49-F238E27FC236}">
                <a16:creationId xmlns:a16="http://schemas.microsoft.com/office/drawing/2014/main" id="{67D4FA3A-18A3-0EBB-AE08-F532B1835C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197111" y="2786194"/>
            <a:ext cx="242345" cy="252000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59" name="爱设计-26">
            <a:extLst>
              <a:ext uri="{FF2B5EF4-FFF2-40B4-BE49-F238E27FC236}">
                <a16:creationId xmlns:a16="http://schemas.microsoft.com/office/drawing/2014/main" id="{4E2F918A-D91F-D908-A4D7-8FDDCCB094BC}"/>
              </a:ext>
            </a:extLst>
          </p:cNvPr>
          <p:cNvSpPr/>
          <p:nvPr/>
        </p:nvSpPr>
        <p:spPr>
          <a:xfrm>
            <a:off x="5048283" y="4865722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0" name="爱设计-27">
            <a:extLst>
              <a:ext uri="{FF2B5EF4-FFF2-40B4-BE49-F238E27FC236}">
                <a16:creationId xmlns:a16="http://schemas.microsoft.com/office/drawing/2014/main" id="{F4FCDFB8-483A-BC2E-4DDE-57179A4301B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192283" y="5019164"/>
            <a:ext cx="252000" cy="233117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61" name="爱设计-28">
            <a:extLst>
              <a:ext uri="{FF2B5EF4-FFF2-40B4-BE49-F238E27FC236}">
                <a16:creationId xmlns:a16="http://schemas.microsoft.com/office/drawing/2014/main" id="{1AB15354-5672-D102-395B-7B83271A4950}"/>
              </a:ext>
            </a:extLst>
          </p:cNvPr>
          <p:cNvSpPr/>
          <p:nvPr/>
        </p:nvSpPr>
        <p:spPr>
          <a:xfrm>
            <a:off x="10362079" y="2632315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2" name="爱设计-29">
            <a:extLst>
              <a:ext uri="{FF2B5EF4-FFF2-40B4-BE49-F238E27FC236}">
                <a16:creationId xmlns:a16="http://schemas.microsoft.com/office/drawing/2014/main" id="{1339EABE-90C0-2B97-1121-2491991C6E9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506080" y="2792004"/>
            <a:ext cx="252000" cy="220622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  <p:sp>
        <p:nvSpPr>
          <p:cNvPr id="63" name="爱设计-30">
            <a:extLst>
              <a:ext uri="{FF2B5EF4-FFF2-40B4-BE49-F238E27FC236}">
                <a16:creationId xmlns:a16="http://schemas.microsoft.com/office/drawing/2014/main" id="{E009B3DF-22FF-A22D-6717-86FC84DD1E2C}"/>
              </a:ext>
            </a:extLst>
          </p:cNvPr>
          <p:cNvSpPr/>
          <p:nvPr/>
        </p:nvSpPr>
        <p:spPr>
          <a:xfrm>
            <a:off x="10362079" y="4856176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schemeClr val="tx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OPPOSans L" panose="00020600040101010101" pitchFamily="18" charset="-122"/>
              <a:ea typeface="OPPOSans L" panose="00020600040101010101" pitchFamily="18" charset="-122"/>
            </a:endParaRPr>
          </a:p>
        </p:txBody>
      </p:sp>
      <p:sp>
        <p:nvSpPr>
          <p:cNvPr id="64" name="爱设计-31">
            <a:extLst>
              <a:ext uri="{FF2B5EF4-FFF2-40B4-BE49-F238E27FC236}">
                <a16:creationId xmlns:a16="http://schemas.microsoft.com/office/drawing/2014/main" id="{204D006F-592E-C9B3-BBF6-FABD1ED158D3}"/>
              </a:ext>
            </a:extLst>
          </p:cNvPr>
          <p:cNvSpPr>
            <a:spLocks noEditPoints="1"/>
          </p:cNvSpPr>
          <p:nvPr/>
        </p:nvSpPr>
        <p:spPr bwMode="auto">
          <a:xfrm>
            <a:off x="10521750" y="5000176"/>
            <a:ext cx="220658" cy="252000"/>
          </a:xfrm>
          <a:custGeom>
            <a:avLst/>
            <a:gdLst>
              <a:gd name="connsiteX0" fmla="*/ 361901 w 630455"/>
              <a:gd name="connsiteY0" fmla="*/ 82589 h 720001"/>
              <a:gd name="connsiteX1" fmla="*/ 361901 w 630455"/>
              <a:gd name="connsiteY1" fmla="*/ 203034 h 720001"/>
              <a:gd name="connsiteX2" fmla="*/ 427179 w 630455"/>
              <a:gd name="connsiteY2" fmla="*/ 268312 h 720001"/>
              <a:gd name="connsiteX3" fmla="*/ 547624 w 630455"/>
              <a:gd name="connsiteY3" fmla="*/ 268312 h 720001"/>
              <a:gd name="connsiteX4" fmla="*/ 113812 w 630455"/>
              <a:gd name="connsiteY4" fmla="*/ 0 h 720001"/>
              <a:gd name="connsiteX5" fmla="*/ 338847 w 630455"/>
              <a:gd name="connsiteY5" fmla="*/ 0 h 720001"/>
              <a:gd name="connsiteX6" fmla="*/ 340465 w 630455"/>
              <a:gd name="connsiteY6" fmla="*/ 162 h 720001"/>
              <a:gd name="connsiteX7" fmla="*/ 340789 w 630455"/>
              <a:gd name="connsiteY7" fmla="*/ 162 h 720001"/>
              <a:gd name="connsiteX8" fmla="*/ 344106 w 630455"/>
              <a:gd name="connsiteY8" fmla="*/ 809 h 720001"/>
              <a:gd name="connsiteX9" fmla="*/ 344186 w 630455"/>
              <a:gd name="connsiteY9" fmla="*/ 809 h 720001"/>
              <a:gd name="connsiteX10" fmla="*/ 347422 w 630455"/>
              <a:gd name="connsiteY10" fmla="*/ 1942 h 720001"/>
              <a:gd name="connsiteX11" fmla="*/ 347503 w 630455"/>
              <a:gd name="connsiteY11" fmla="*/ 1942 h 720001"/>
              <a:gd name="connsiteX12" fmla="*/ 349040 w 630455"/>
              <a:gd name="connsiteY12" fmla="*/ 2670 h 720001"/>
              <a:gd name="connsiteX13" fmla="*/ 349121 w 630455"/>
              <a:gd name="connsiteY13" fmla="*/ 2670 h 720001"/>
              <a:gd name="connsiteX14" fmla="*/ 350576 w 630455"/>
              <a:gd name="connsiteY14" fmla="*/ 3479 h 720001"/>
              <a:gd name="connsiteX15" fmla="*/ 350819 w 630455"/>
              <a:gd name="connsiteY15" fmla="*/ 3640 h 720001"/>
              <a:gd name="connsiteX16" fmla="*/ 352033 w 630455"/>
              <a:gd name="connsiteY16" fmla="*/ 4449 h 720001"/>
              <a:gd name="connsiteX17" fmla="*/ 352194 w 630455"/>
              <a:gd name="connsiteY17" fmla="*/ 4530 h 720001"/>
              <a:gd name="connsiteX18" fmla="*/ 353408 w 630455"/>
              <a:gd name="connsiteY18" fmla="*/ 5501 h 720001"/>
              <a:gd name="connsiteX19" fmla="*/ 353651 w 630455"/>
              <a:gd name="connsiteY19" fmla="*/ 5743 h 720001"/>
              <a:gd name="connsiteX20" fmla="*/ 354864 w 630455"/>
              <a:gd name="connsiteY20" fmla="*/ 6876 h 720001"/>
              <a:gd name="connsiteX21" fmla="*/ 623418 w 630455"/>
              <a:gd name="connsiteY21" fmla="*/ 275430 h 720001"/>
              <a:gd name="connsiteX22" fmla="*/ 624551 w 630455"/>
              <a:gd name="connsiteY22" fmla="*/ 276643 h 720001"/>
              <a:gd name="connsiteX23" fmla="*/ 624793 w 630455"/>
              <a:gd name="connsiteY23" fmla="*/ 276886 h 720001"/>
              <a:gd name="connsiteX24" fmla="*/ 625764 w 630455"/>
              <a:gd name="connsiteY24" fmla="*/ 278180 h 720001"/>
              <a:gd name="connsiteX25" fmla="*/ 625845 w 630455"/>
              <a:gd name="connsiteY25" fmla="*/ 278342 h 720001"/>
              <a:gd name="connsiteX26" fmla="*/ 626734 w 630455"/>
              <a:gd name="connsiteY26" fmla="*/ 279637 h 720001"/>
              <a:gd name="connsiteX27" fmla="*/ 626896 w 630455"/>
              <a:gd name="connsiteY27" fmla="*/ 279798 h 720001"/>
              <a:gd name="connsiteX28" fmla="*/ 627705 w 630455"/>
              <a:gd name="connsiteY28" fmla="*/ 281254 h 720001"/>
              <a:gd name="connsiteX29" fmla="*/ 628433 w 630455"/>
              <a:gd name="connsiteY29" fmla="*/ 282791 h 720001"/>
              <a:gd name="connsiteX30" fmla="*/ 629646 w 630455"/>
              <a:gd name="connsiteY30" fmla="*/ 286107 h 720001"/>
              <a:gd name="connsiteX31" fmla="*/ 630293 w 630455"/>
              <a:gd name="connsiteY31" fmla="*/ 289424 h 720001"/>
              <a:gd name="connsiteX32" fmla="*/ 630293 w 630455"/>
              <a:gd name="connsiteY32" fmla="*/ 289667 h 720001"/>
              <a:gd name="connsiteX33" fmla="*/ 630455 w 630455"/>
              <a:gd name="connsiteY33" fmla="*/ 291285 h 720001"/>
              <a:gd name="connsiteX34" fmla="*/ 630455 w 630455"/>
              <a:gd name="connsiteY34" fmla="*/ 292579 h 720001"/>
              <a:gd name="connsiteX35" fmla="*/ 630455 w 630455"/>
              <a:gd name="connsiteY35" fmla="*/ 606189 h 720001"/>
              <a:gd name="connsiteX36" fmla="*/ 516644 w 630455"/>
              <a:gd name="connsiteY36" fmla="*/ 720001 h 720001"/>
              <a:gd name="connsiteX37" fmla="*/ 113812 w 630455"/>
              <a:gd name="connsiteY37" fmla="*/ 720001 h 720001"/>
              <a:gd name="connsiteX38" fmla="*/ 0 w 630455"/>
              <a:gd name="connsiteY38" fmla="*/ 606189 h 720001"/>
              <a:gd name="connsiteX39" fmla="*/ 0 w 630455"/>
              <a:gd name="connsiteY39" fmla="*/ 113812 h 720001"/>
              <a:gd name="connsiteX40" fmla="*/ 113812 w 630455"/>
              <a:gd name="connsiteY4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0455" h="720001">
                <a:moveTo>
                  <a:pt x="361901" y="82589"/>
                </a:moveTo>
                <a:lnTo>
                  <a:pt x="361901" y="203034"/>
                </a:lnTo>
                <a:cubicBezTo>
                  <a:pt x="361901" y="239030"/>
                  <a:pt x="391183" y="268312"/>
                  <a:pt x="427179" y="268312"/>
                </a:cubicBezTo>
                <a:lnTo>
                  <a:pt x="547624" y="268312"/>
                </a:lnTo>
                <a:close/>
                <a:moveTo>
                  <a:pt x="113812" y="0"/>
                </a:moveTo>
                <a:lnTo>
                  <a:pt x="338847" y="0"/>
                </a:lnTo>
                <a:cubicBezTo>
                  <a:pt x="339414" y="81"/>
                  <a:pt x="339899" y="81"/>
                  <a:pt x="340465" y="162"/>
                </a:cubicBezTo>
                <a:lnTo>
                  <a:pt x="340789" y="162"/>
                </a:lnTo>
                <a:cubicBezTo>
                  <a:pt x="341922" y="324"/>
                  <a:pt x="343054" y="485"/>
                  <a:pt x="344106" y="809"/>
                </a:cubicBezTo>
                <a:lnTo>
                  <a:pt x="344186" y="809"/>
                </a:lnTo>
                <a:cubicBezTo>
                  <a:pt x="345238" y="1052"/>
                  <a:pt x="346371" y="1456"/>
                  <a:pt x="347422" y="1942"/>
                </a:cubicBezTo>
                <a:lnTo>
                  <a:pt x="347503" y="1942"/>
                </a:lnTo>
                <a:cubicBezTo>
                  <a:pt x="348069" y="2184"/>
                  <a:pt x="348555" y="2427"/>
                  <a:pt x="349040" y="2670"/>
                </a:cubicBezTo>
                <a:lnTo>
                  <a:pt x="349121" y="2670"/>
                </a:lnTo>
                <a:cubicBezTo>
                  <a:pt x="349606" y="2912"/>
                  <a:pt x="350091" y="3155"/>
                  <a:pt x="350576" y="3479"/>
                </a:cubicBezTo>
                <a:cubicBezTo>
                  <a:pt x="350657" y="3560"/>
                  <a:pt x="350739" y="3560"/>
                  <a:pt x="350819" y="3640"/>
                </a:cubicBezTo>
                <a:cubicBezTo>
                  <a:pt x="351224" y="3883"/>
                  <a:pt x="351628" y="4126"/>
                  <a:pt x="352033" y="4449"/>
                </a:cubicBezTo>
                <a:cubicBezTo>
                  <a:pt x="352113" y="4449"/>
                  <a:pt x="352113" y="4530"/>
                  <a:pt x="352194" y="4530"/>
                </a:cubicBezTo>
                <a:lnTo>
                  <a:pt x="353408" y="5501"/>
                </a:lnTo>
                <a:lnTo>
                  <a:pt x="353651" y="5743"/>
                </a:lnTo>
                <a:cubicBezTo>
                  <a:pt x="354055" y="6148"/>
                  <a:pt x="354459" y="6472"/>
                  <a:pt x="354864" y="6876"/>
                </a:cubicBezTo>
                <a:lnTo>
                  <a:pt x="623418" y="275430"/>
                </a:lnTo>
                <a:cubicBezTo>
                  <a:pt x="623822" y="275835"/>
                  <a:pt x="624227" y="276239"/>
                  <a:pt x="624551" y="276643"/>
                </a:cubicBezTo>
                <a:lnTo>
                  <a:pt x="624793" y="276886"/>
                </a:lnTo>
                <a:cubicBezTo>
                  <a:pt x="625117" y="277291"/>
                  <a:pt x="625440" y="277776"/>
                  <a:pt x="625764" y="278180"/>
                </a:cubicBezTo>
                <a:cubicBezTo>
                  <a:pt x="625764" y="278261"/>
                  <a:pt x="625845" y="278342"/>
                  <a:pt x="625845" y="278342"/>
                </a:cubicBezTo>
                <a:cubicBezTo>
                  <a:pt x="626168" y="278747"/>
                  <a:pt x="626491" y="279232"/>
                  <a:pt x="626734" y="279637"/>
                </a:cubicBezTo>
                <a:cubicBezTo>
                  <a:pt x="626815" y="279637"/>
                  <a:pt x="626815" y="279717"/>
                  <a:pt x="626896" y="279798"/>
                </a:cubicBezTo>
                <a:cubicBezTo>
                  <a:pt x="627139" y="280284"/>
                  <a:pt x="627462" y="280769"/>
                  <a:pt x="627705" y="281254"/>
                </a:cubicBezTo>
                <a:cubicBezTo>
                  <a:pt x="627948" y="281739"/>
                  <a:pt x="628190" y="282225"/>
                  <a:pt x="628433" y="282791"/>
                </a:cubicBezTo>
                <a:cubicBezTo>
                  <a:pt x="628918" y="283843"/>
                  <a:pt x="629323" y="284975"/>
                  <a:pt x="629646" y="286107"/>
                </a:cubicBezTo>
                <a:cubicBezTo>
                  <a:pt x="629889" y="287159"/>
                  <a:pt x="630132" y="288291"/>
                  <a:pt x="630293" y="289424"/>
                </a:cubicBezTo>
                <a:lnTo>
                  <a:pt x="630293" y="289667"/>
                </a:lnTo>
                <a:cubicBezTo>
                  <a:pt x="630374" y="290152"/>
                  <a:pt x="630455" y="290718"/>
                  <a:pt x="630455" y="291285"/>
                </a:cubicBezTo>
                <a:lnTo>
                  <a:pt x="630455" y="292579"/>
                </a:lnTo>
                <a:lnTo>
                  <a:pt x="630455" y="606189"/>
                </a:lnTo>
                <a:cubicBezTo>
                  <a:pt x="630455" y="668959"/>
                  <a:pt x="579414" y="720001"/>
                  <a:pt x="516644" y="720001"/>
                </a:cubicBezTo>
                <a:lnTo>
                  <a:pt x="113812" y="720001"/>
                </a:lnTo>
                <a:cubicBezTo>
                  <a:pt x="51042" y="720001"/>
                  <a:pt x="0" y="668959"/>
                  <a:pt x="0" y="606189"/>
                </a:cubicBezTo>
                <a:lnTo>
                  <a:pt x="0" y="113812"/>
                </a:lnTo>
                <a:cubicBezTo>
                  <a:pt x="0" y="51042"/>
                  <a:pt x="51042" y="0"/>
                  <a:pt x="1138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OPPOSans L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579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爱设计-1">
            <a:extLst>
              <a:ext uri="{FF2B5EF4-FFF2-40B4-BE49-F238E27FC236}">
                <a16:creationId xmlns:a16="http://schemas.microsoft.com/office/drawing/2014/main" id="{92A08731-0D53-3EA0-2F7C-94BFA7EF44A0}"/>
              </a:ext>
            </a:extLst>
          </p:cNvPr>
          <p:cNvGrpSpPr/>
          <p:nvPr/>
        </p:nvGrpSpPr>
        <p:grpSpPr>
          <a:xfrm>
            <a:off x="539536" y="1599120"/>
            <a:ext cx="5032148" cy="2923390"/>
            <a:chOff x="8035516" y="1841029"/>
            <a:chExt cx="5032148" cy="2923390"/>
          </a:xfrm>
        </p:grpSpPr>
        <p:sp>
          <p:nvSpPr>
            <p:cNvPr id="13" name="爱设计-1-1">
              <a:extLst>
                <a:ext uri="{FF2B5EF4-FFF2-40B4-BE49-F238E27FC236}">
                  <a16:creationId xmlns:a16="http://schemas.microsoft.com/office/drawing/2014/main" id="{F0EA1DC2-04FE-B46F-32E3-50C17BC7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517" y="3524339"/>
              <a:ext cx="5032147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程序员好书推荐</a:t>
              </a:r>
            </a:p>
          </p:txBody>
        </p:sp>
        <p:sp>
          <p:nvSpPr>
            <p:cNvPr id="14" name="爱设计-1-2">
              <a:extLst>
                <a:ext uri="{FF2B5EF4-FFF2-40B4-BE49-F238E27FC236}">
                  <a16:creationId xmlns:a16="http://schemas.microsoft.com/office/drawing/2014/main" id="{37A24F5B-48D5-81CB-DAE5-0F43684DF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1880" y="4385168"/>
              <a:ext cx="4910660" cy="379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50000"/>
                </a:lnSpc>
              </a:pPr>
              <a:r>
                <a:rPr lang="en-US" altLang="zh-CN" sz="1320" dirty="0">
                  <a:solidFill>
                    <a:srgbClr val="595959"/>
                  </a:solidFill>
                  <a:latin typeface="+mn-ea"/>
                  <a:ea typeface="+mn-ea"/>
                  <a:sym typeface="华文细黑" panose="02010600040101010101" pitchFamily="2" charset="-122"/>
                </a:rPr>
                <a:t>Good Book Recommendation</a:t>
              </a:r>
            </a:p>
          </p:txBody>
        </p:sp>
        <p:sp>
          <p:nvSpPr>
            <p:cNvPr id="15" name="爱设计-1-3">
              <a:extLst>
                <a:ext uri="{FF2B5EF4-FFF2-40B4-BE49-F238E27FC236}">
                  <a16:creationId xmlns:a16="http://schemas.microsoft.com/office/drawing/2014/main" id="{FFADFBCD-9FB5-86EA-DFF5-EDE05B6F0A0D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8035516" y="1841029"/>
              <a:ext cx="3991701" cy="1215051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zh-CN" sz="594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PART-</a:t>
              </a:r>
              <a:r>
                <a:rPr lang="en-US" altLang="zh-CN" sz="594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03</a:t>
              </a:r>
              <a:endParaRPr lang="zh-CN" altLang="en-US" sz="5940" dirty="0">
                <a:solidFill>
                  <a:schemeClr val="accent1"/>
                </a:solidFill>
                <a:latin typeface="+mj-ea"/>
                <a:ea typeface="+mj-ea"/>
                <a:sym typeface="华文细黑" panose="02010600040101010101" pitchFamily="2" charset="-122"/>
              </a:endParaRPr>
            </a:p>
          </p:txBody>
        </p:sp>
        <p:cxnSp>
          <p:nvCxnSpPr>
            <p:cNvPr id="16" name="爱设计-1-4">
              <a:extLst>
                <a:ext uri="{FF2B5EF4-FFF2-40B4-BE49-F238E27FC236}">
                  <a16:creationId xmlns:a16="http://schemas.microsoft.com/office/drawing/2014/main" id="{ECA9C93E-BFDB-9C90-4E66-FEEADF89B8F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236" y="3147522"/>
              <a:ext cx="813528" cy="0"/>
            </a:xfrm>
            <a:prstGeom prst="line">
              <a:avLst/>
            </a:prstGeom>
            <a:ln w="6286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爱设计-1-5">
              <a:extLst>
                <a:ext uri="{FF2B5EF4-FFF2-40B4-BE49-F238E27FC236}">
                  <a16:creationId xmlns:a16="http://schemas.microsoft.com/office/drawing/2014/main" id="{457FEEA5-D132-39CA-AEB8-4393B2E70150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>
            <a:xfrm>
              <a:off x="8150236" y="3308029"/>
              <a:ext cx="3695543" cy="0"/>
            </a:xfrm>
            <a:prstGeom prst="line">
              <a:avLst/>
            </a:prstGeom>
            <a:ln w="6286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爱设计-2">
            <a:extLst>
              <a:ext uri="{FF2B5EF4-FFF2-40B4-BE49-F238E27FC236}">
                <a16:creationId xmlns:a16="http://schemas.microsoft.com/office/drawing/2014/main" id="{BED3606D-2FE4-A17F-BADA-10205D17E3CD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115" name="爱设计-2-1">
              <a:extLst>
                <a:ext uri="{FF2B5EF4-FFF2-40B4-BE49-F238E27FC236}">
                  <a16:creationId xmlns:a16="http://schemas.microsoft.com/office/drawing/2014/main" id="{815F3CC4-F1BA-7B8D-5FF9-E268FB0A8CBA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爱设计-2-2">
              <a:extLst>
                <a:ext uri="{FF2B5EF4-FFF2-40B4-BE49-F238E27FC236}">
                  <a16:creationId xmlns:a16="http://schemas.microsoft.com/office/drawing/2014/main" id="{4CB491A2-B961-814A-CDEC-E9B8C7EEAA59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7" name="爱设计-3">
            <a:extLst>
              <a:ext uri="{FF2B5EF4-FFF2-40B4-BE49-F238E27FC236}">
                <a16:creationId xmlns:a16="http://schemas.microsoft.com/office/drawing/2014/main" id="{DE1E69F5-C6B5-A5D3-8937-EF4592C68CFA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  <p:grpSp>
        <p:nvGrpSpPr>
          <p:cNvPr id="118" name="爱设计-4">
            <a:extLst>
              <a:ext uri="{FF2B5EF4-FFF2-40B4-BE49-F238E27FC236}">
                <a16:creationId xmlns:a16="http://schemas.microsoft.com/office/drawing/2014/main" id="{1F95F6CB-B4D9-2F20-C338-6ED1BD9CFCB1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119" name="爱设计-4-1">
              <a:extLst>
                <a:ext uri="{FF2B5EF4-FFF2-40B4-BE49-F238E27FC236}">
                  <a16:creationId xmlns:a16="http://schemas.microsoft.com/office/drawing/2014/main" id="{D4E4EB4C-A2BF-883A-17F4-6538112A4287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0" name="爱设计-4-2">
              <a:extLst>
                <a:ext uri="{FF2B5EF4-FFF2-40B4-BE49-F238E27FC236}">
                  <a16:creationId xmlns:a16="http://schemas.microsoft.com/office/drawing/2014/main" id="{03AB17E8-E8E2-9758-5AE2-281E162B133A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pic>
        <p:nvPicPr>
          <p:cNvPr id="2" name="爱设计-5">
            <a:extLst>
              <a:ext uri="{FF2B5EF4-FFF2-40B4-BE49-F238E27FC236}">
                <a16:creationId xmlns:a16="http://schemas.microsoft.com/office/drawing/2014/main" id="{78AFB660-08DC-6F31-D3A3-25BC22B0E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6468" y="1633295"/>
            <a:ext cx="5855315" cy="4458936"/>
          </a:xfrm>
          <a:prstGeom prst="rect">
            <a:avLst/>
          </a:prstGeom>
        </p:spPr>
      </p:pic>
      <p:sp>
        <p:nvSpPr>
          <p:cNvPr id="3" name="爱设计-6">
            <a:extLst>
              <a:ext uri="{FF2B5EF4-FFF2-40B4-BE49-F238E27FC236}">
                <a16:creationId xmlns:a16="http://schemas.microsoft.com/office/drawing/2014/main" id="{73732F94-520A-DBCE-3921-140D5FC9C0D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1255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爱设计-1">
            <a:extLst>
              <a:ext uri="{FF2B5EF4-FFF2-40B4-BE49-F238E27FC236}">
                <a16:creationId xmlns:a16="http://schemas.microsoft.com/office/drawing/2014/main" id="{937B18E5-A7EF-0B35-967A-FF60EF1A2AF1}"/>
              </a:ext>
            </a:extLst>
          </p:cNvPr>
          <p:cNvSpPr txBox="1"/>
          <p:nvPr/>
        </p:nvSpPr>
        <p:spPr>
          <a:xfrm>
            <a:off x="581660" y="554189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重复的危害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2" name="爱设计-2">
            <a:extLst>
              <a:ext uri="{FF2B5EF4-FFF2-40B4-BE49-F238E27FC236}">
                <a16:creationId xmlns:a16="http://schemas.microsoft.com/office/drawing/2014/main" id="{69A377D5-BCCC-A271-37A8-E83531C9E5FC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23" name="爱设计-3">
            <a:extLst>
              <a:ext uri="{FF2B5EF4-FFF2-40B4-BE49-F238E27FC236}">
                <a16:creationId xmlns:a16="http://schemas.microsoft.com/office/drawing/2014/main" id="{D575F16B-81E0-4442-7CAF-D88DE97CAAF9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爱设计-4">
            <a:extLst>
              <a:ext uri="{FF2B5EF4-FFF2-40B4-BE49-F238E27FC236}">
                <a16:creationId xmlns:a16="http://schemas.microsoft.com/office/drawing/2014/main" id="{6647D863-76F5-D714-2F4B-2743DC4BE0BD}"/>
              </a:ext>
            </a:extLst>
          </p:cNvPr>
          <p:cNvSpPr/>
          <p:nvPr/>
        </p:nvSpPr>
        <p:spPr>
          <a:xfrm>
            <a:off x="6235687" y="2447008"/>
            <a:ext cx="3957466" cy="1013079"/>
          </a:xfrm>
          <a:custGeom>
            <a:avLst/>
            <a:gdLst>
              <a:gd name="connsiteX0" fmla="*/ 619184 w 8128371"/>
              <a:gd name="connsiteY0" fmla="*/ 0 h 2080796"/>
              <a:gd name="connsiteX1" fmla="*/ 1586117 w 8128371"/>
              <a:gd name="connsiteY1" fmla="*/ 0 h 2080796"/>
              <a:gd name="connsiteX2" fmla="*/ 4521654 w 8128371"/>
              <a:gd name="connsiteY2" fmla="*/ 0 h 2080796"/>
              <a:gd name="connsiteX3" fmla="*/ 4521654 w 8128371"/>
              <a:gd name="connsiteY3" fmla="*/ 1 h 2080796"/>
              <a:gd name="connsiteX4" fmla="*/ 7063845 w 8128371"/>
              <a:gd name="connsiteY4" fmla="*/ 1 h 2080796"/>
              <a:gd name="connsiteX5" fmla="*/ 8030778 w 8128371"/>
              <a:gd name="connsiteY5" fmla="*/ 1 h 2080796"/>
              <a:gd name="connsiteX6" fmla="*/ 8126976 w 8128371"/>
              <a:gd name="connsiteY6" fmla="*/ 123209 h 2080796"/>
              <a:gd name="connsiteX7" fmla="*/ 7879454 w 8128371"/>
              <a:gd name="connsiteY7" fmla="*/ 1113296 h 2080796"/>
              <a:gd name="connsiteX8" fmla="*/ 7874055 w 8128371"/>
              <a:gd name="connsiteY8" fmla="*/ 1113296 h 2080796"/>
              <a:gd name="connsiteX9" fmla="*/ 7662982 w 8128371"/>
              <a:gd name="connsiteY9" fmla="*/ 1957588 h 2080796"/>
              <a:gd name="connsiteX10" fmla="*/ 7505180 w 8128371"/>
              <a:gd name="connsiteY10" fmla="*/ 2080796 h 2080796"/>
              <a:gd name="connsiteX11" fmla="*/ 6538247 w 8128371"/>
              <a:gd name="connsiteY11" fmla="*/ 2080796 h 2080796"/>
              <a:gd name="connsiteX12" fmla="*/ 6514575 w 8128371"/>
              <a:gd name="connsiteY12" fmla="*/ 2080796 h 2080796"/>
              <a:gd name="connsiteX13" fmla="*/ 6413086 w 8128371"/>
              <a:gd name="connsiteY13" fmla="*/ 2080796 h 2080796"/>
              <a:gd name="connsiteX14" fmla="*/ 3602710 w 8128371"/>
              <a:gd name="connsiteY14" fmla="*/ 2080796 h 2080796"/>
              <a:gd name="connsiteX15" fmla="*/ 1064526 w 8128371"/>
              <a:gd name="connsiteY15" fmla="*/ 2080796 h 2080796"/>
              <a:gd name="connsiteX16" fmla="*/ 97593 w 8128371"/>
              <a:gd name="connsiteY16" fmla="*/ 2080796 h 2080796"/>
              <a:gd name="connsiteX17" fmla="*/ 1395 w 8128371"/>
              <a:gd name="connsiteY17" fmla="*/ 1957588 h 2080796"/>
              <a:gd name="connsiteX18" fmla="*/ 248917 w 8128371"/>
              <a:gd name="connsiteY18" fmla="*/ 967501 h 2080796"/>
              <a:gd name="connsiteX19" fmla="*/ 250309 w 8128371"/>
              <a:gd name="connsiteY19" fmla="*/ 967501 h 2080796"/>
              <a:gd name="connsiteX20" fmla="*/ 461382 w 8128371"/>
              <a:gd name="connsiteY20" fmla="*/ 123208 h 2080796"/>
              <a:gd name="connsiteX21" fmla="*/ 619184 w 8128371"/>
              <a:gd name="connsiteY21" fmla="*/ 0 h 2080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8128371" h="2080796">
                <a:moveTo>
                  <a:pt x="619184" y="0"/>
                </a:moveTo>
                <a:lnTo>
                  <a:pt x="1586117" y="0"/>
                </a:lnTo>
                <a:lnTo>
                  <a:pt x="4521654" y="0"/>
                </a:lnTo>
                <a:lnTo>
                  <a:pt x="4521654" y="1"/>
                </a:lnTo>
                <a:lnTo>
                  <a:pt x="7063845" y="1"/>
                </a:lnTo>
                <a:lnTo>
                  <a:pt x="8030778" y="1"/>
                </a:lnTo>
                <a:cubicBezTo>
                  <a:pt x="8030778" y="1"/>
                  <a:pt x="8141998" y="12322"/>
                  <a:pt x="8126976" y="123209"/>
                </a:cubicBezTo>
                <a:lnTo>
                  <a:pt x="7879454" y="1113296"/>
                </a:lnTo>
                <a:lnTo>
                  <a:pt x="7874055" y="1113296"/>
                </a:lnTo>
                <a:lnTo>
                  <a:pt x="7662982" y="1957588"/>
                </a:lnTo>
                <a:cubicBezTo>
                  <a:pt x="7662982" y="1957588"/>
                  <a:pt x="7622560" y="2068475"/>
                  <a:pt x="7505180" y="2080796"/>
                </a:cubicBezTo>
                <a:lnTo>
                  <a:pt x="6538247" y="2080796"/>
                </a:lnTo>
                <a:lnTo>
                  <a:pt x="6514575" y="2080796"/>
                </a:lnTo>
                <a:lnTo>
                  <a:pt x="6413086" y="2080796"/>
                </a:lnTo>
                <a:lnTo>
                  <a:pt x="3602710" y="2080796"/>
                </a:lnTo>
                <a:lnTo>
                  <a:pt x="1064526" y="2080796"/>
                </a:lnTo>
                <a:lnTo>
                  <a:pt x="97593" y="2080796"/>
                </a:lnTo>
                <a:cubicBezTo>
                  <a:pt x="97593" y="2080796"/>
                  <a:pt x="-13627" y="2068475"/>
                  <a:pt x="1395" y="1957588"/>
                </a:cubicBezTo>
                <a:lnTo>
                  <a:pt x="248917" y="967501"/>
                </a:lnTo>
                <a:lnTo>
                  <a:pt x="250309" y="967501"/>
                </a:lnTo>
                <a:lnTo>
                  <a:pt x="461382" y="123208"/>
                </a:lnTo>
                <a:cubicBezTo>
                  <a:pt x="461382" y="123208"/>
                  <a:pt x="501804" y="12321"/>
                  <a:pt x="619184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80000"/>
                  <a:lumOff val="20000"/>
                </a:schemeClr>
              </a:gs>
              <a:gs pos="86000">
                <a:schemeClr val="accent2"/>
              </a:gs>
            </a:gsLst>
            <a:lin ang="3240000" scaled="0"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800"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25" name="爱设计-5">
            <a:extLst>
              <a:ext uri="{FF2B5EF4-FFF2-40B4-BE49-F238E27FC236}">
                <a16:creationId xmlns:a16="http://schemas.microsoft.com/office/drawing/2014/main" id="{E7A813AF-DE67-77C6-6278-155ADFA9A0E2}"/>
              </a:ext>
            </a:extLst>
          </p:cNvPr>
          <p:cNvSpPr/>
          <p:nvPr/>
        </p:nvSpPr>
        <p:spPr>
          <a:xfrm>
            <a:off x="0" y="3853218"/>
            <a:ext cx="12192000" cy="1979952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26" name="爱设计-6">
            <a:extLst>
              <a:ext uri="{FF2B5EF4-FFF2-40B4-BE49-F238E27FC236}">
                <a16:creationId xmlns:a16="http://schemas.microsoft.com/office/drawing/2014/main" id="{F4C0549C-267B-0594-151E-C403EC751792}"/>
              </a:ext>
            </a:extLst>
          </p:cNvPr>
          <p:cNvSpPr txBox="1"/>
          <p:nvPr/>
        </p:nvSpPr>
        <p:spPr>
          <a:xfrm flipH="1">
            <a:off x="6721298" y="4164297"/>
            <a:ext cx="4797602" cy="141737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OPPOSans R" panose="00020600040101010101" pitchFamily="18" charset="-122"/>
              </a:rPr>
              <a:t>可靠的开发软件，并让我们的开发更易于理解和维护的唯一途径，是遵循我们称之为 </a:t>
            </a:r>
            <a:r>
              <a:rPr lang="en-US" altLang="zh-CN" dirty="0">
                <a:solidFill>
                  <a:schemeClr val="bg1"/>
                </a:solidFill>
                <a:latin typeface="+mn-ea"/>
                <a:cs typeface="OPPOSans R" panose="00020600040101010101" pitchFamily="18" charset="-122"/>
              </a:rPr>
              <a:t>DRY 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OPPOSans R" panose="00020600040101010101" pitchFamily="18" charset="-122"/>
              </a:rPr>
              <a:t>的原则：系统中的每一项都必须具有单一、无歧义、权威的表示。</a:t>
            </a:r>
          </a:p>
        </p:txBody>
      </p:sp>
      <p:sp>
        <p:nvSpPr>
          <p:cNvPr id="27" name="爱设计-7">
            <a:extLst>
              <a:ext uri="{FF2B5EF4-FFF2-40B4-BE49-F238E27FC236}">
                <a16:creationId xmlns:a16="http://schemas.microsoft.com/office/drawing/2014/main" id="{CF39CCF6-4B05-5669-198F-958DA922179C}"/>
              </a:ext>
            </a:extLst>
          </p:cNvPr>
          <p:cNvSpPr/>
          <p:nvPr/>
        </p:nvSpPr>
        <p:spPr>
          <a:xfrm>
            <a:off x="395973" y="1638420"/>
            <a:ext cx="6557196" cy="3946383"/>
          </a:xfrm>
          <a:custGeom>
            <a:avLst/>
            <a:gdLst>
              <a:gd name="connsiteX0" fmla="*/ 1087545 w 6557196"/>
              <a:gd name="connsiteY0" fmla="*/ 0 h 3946383"/>
              <a:gd name="connsiteX1" fmla="*/ 1847080 w 6557196"/>
              <a:gd name="connsiteY1" fmla="*/ 0 h 3946383"/>
              <a:gd name="connsiteX2" fmla="*/ 2087711 w 6557196"/>
              <a:gd name="connsiteY2" fmla="*/ 0 h 3946383"/>
              <a:gd name="connsiteX3" fmla="*/ 5456083 w 6557196"/>
              <a:gd name="connsiteY3" fmla="*/ 0 h 3946383"/>
              <a:gd name="connsiteX4" fmla="*/ 5696714 w 6557196"/>
              <a:gd name="connsiteY4" fmla="*/ 0 h 3946383"/>
              <a:gd name="connsiteX5" fmla="*/ 6456249 w 6557196"/>
              <a:gd name="connsiteY5" fmla="*/ 0 h 3946383"/>
              <a:gd name="connsiteX6" fmla="*/ 6555753 w 6557196"/>
              <a:gd name="connsiteY6" fmla="*/ 127443 h 3946383"/>
              <a:gd name="connsiteX7" fmla="*/ 5632879 w 6557196"/>
              <a:gd name="connsiteY7" fmla="*/ 3818941 h 3946383"/>
              <a:gd name="connsiteX8" fmla="*/ 5469654 w 6557196"/>
              <a:gd name="connsiteY8" fmla="*/ 3946383 h 3946383"/>
              <a:gd name="connsiteX9" fmla="*/ 4710119 w 6557196"/>
              <a:gd name="connsiteY9" fmla="*/ 3946383 h 3946383"/>
              <a:gd name="connsiteX10" fmla="*/ 4469488 w 6557196"/>
              <a:gd name="connsiteY10" fmla="*/ 3946383 h 3946383"/>
              <a:gd name="connsiteX11" fmla="*/ 1101115 w 6557196"/>
              <a:gd name="connsiteY11" fmla="*/ 3946383 h 3946383"/>
              <a:gd name="connsiteX12" fmla="*/ 860484 w 6557196"/>
              <a:gd name="connsiteY12" fmla="*/ 3946383 h 3946383"/>
              <a:gd name="connsiteX13" fmla="*/ 100948 w 6557196"/>
              <a:gd name="connsiteY13" fmla="*/ 3946383 h 3946383"/>
              <a:gd name="connsiteX14" fmla="*/ 1444 w 6557196"/>
              <a:gd name="connsiteY14" fmla="*/ 3818941 h 3946383"/>
              <a:gd name="connsiteX15" fmla="*/ 924319 w 6557196"/>
              <a:gd name="connsiteY15" fmla="*/ 127443 h 3946383"/>
              <a:gd name="connsiteX16" fmla="*/ 1087545 w 6557196"/>
              <a:gd name="connsiteY16" fmla="*/ 0 h 3946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557196" h="3946383">
                <a:moveTo>
                  <a:pt x="1087545" y="0"/>
                </a:moveTo>
                <a:lnTo>
                  <a:pt x="1847080" y="0"/>
                </a:lnTo>
                <a:lnTo>
                  <a:pt x="2087711" y="0"/>
                </a:lnTo>
                <a:lnTo>
                  <a:pt x="5456083" y="0"/>
                </a:lnTo>
                <a:lnTo>
                  <a:pt x="5696714" y="0"/>
                </a:lnTo>
                <a:lnTo>
                  <a:pt x="6456249" y="0"/>
                </a:lnTo>
                <a:cubicBezTo>
                  <a:pt x="6456249" y="0"/>
                  <a:pt x="6571291" y="12745"/>
                  <a:pt x="6555753" y="127443"/>
                </a:cubicBezTo>
                <a:lnTo>
                  <a:pt x="5632879" y="3818941"/>
                </a:lnTo>
                <a:cubicBezTo>
                  <a:pt x="5632879" y="3818941"/>
                  <a:pt x="5591068" y="3933639"/>
                  <a:pt x="5469654" y="3946383"/>
                </a:cubicBezTo>
                <a:lnTo>
                  <a:pt x="4710119" y="3946383"/>
                </a:lnTo>
                <a:lnTo>
                  <a:pt x="4469488" y="3946383"/>
                </a:lnTo>
                <a:lnTo>
                  <a:pt x="1101115" y="3946383"/>
                </a:lnTo>
                <a:lnTo>
                  <a:pt x="860484" y="3946383"/>
                </a:lnTo>
                <a:lnTo>
                  <a:pt x="100948" y="3946383"/>
                </a:lnTo>
                <a:cubicBezTo>
                  <a:pt x="100948" y="3946383"/>
                  <a:pt x="-14094" y="3933639"/>
                  <a:pt x="1444" y="3818941"/>
                </a:cubicBezTo>
                <a:lnTo>
                  <a:pt x="924319" y="127443"/>
                </a:lnTo>
                <a:cubicBezTo>
                  <a:pt x="924319" y="127443"/>
                  <a:pt x="966130" y="12745"/>
                  <a:pt x="1087545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508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381000" sx="103000" sy="103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28" name="爱设计-8">
            <a:extLst>
              <a:ext uri="{FF2B5EF4-FFF2-40B4-BE49-F238E27FC236}">
                <a16:creationId xmlns:a16="http://schemas.microsoft.com/office/drawing/2014/main" id="{B61A769A-9EBC-B788-E719-CCBB02D31D0E}"/>
              </a:ext>
            </a:extLst>
          </p:cNvPr>
          <p:cNvSpPr txBox="1"/>
          <p:nvPr/>
        </p:nvSpPr>
        <p:spPr>
          <a:xfrm flipH="1">
            <a:off x="6888600" y="2738104"/>
            <a:ext cx="2651640" cy="43088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800" i="1" dirty="0">
                <a:solidFill>
                  <a:schemeClr val="bg1"/>
                </a:solidFill>
                <a:effectLst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-</a:t>
            </a:r>
            <a:r>
              <a:rPr lang="zh-CN" altLang="en-US" sz="2800" i="1" dirty="0">
                <a:solidFill>
                  <a:schemeClr val="bg1"/>
                </a:solidFill>
                <a:effectLst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重复的危害</a:t>
            </a:r>
            <a:r>
              <a:rPr lang="en-US" altLang="zh-CN" sz="2800" i="1" dirty="0">
                <a:solidFill>
                  <a:schemeClr val="bg1"/>
                </a:solidFill>
                <a:effectLst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-</a:t>
            </a:r>
            <a:endParaRPr lang="zh-CN" altLang="en-US" sz="2800" i="1" dirty="0">
              <a:solidFill>
                <a:schemeClr val="bg1"/>
              </a:solidFill>
              <a:effectLst/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443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重复的危害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爱设计-4">
            <a:extLst>
              <a:ext uri="{FF2B5EF4-FFF2-40B4-BE49-F238E27FC236}">
                <a16:creationId xmlns:a16="http://schemas.microsoft.com/office/drawing/2014/main" id="{B2ABA9B6-8990-F8B0-2C36-B090032013CD}"/>
              </a:ext>
            </a:extLst>
          </p:cNvPr>
          <p:cNvSpPr/>
          <p:nvPr/>
        </p:nvSpPr>
        <p:spPr>
          <a:xfrm rot="3195027" flipV="1">
            <a:off x="5114660" y="1852442"/>
            <a:ext cx="1798130" cy="1798131"/>
          </a:xfrm>
          <a:prstGeom prst="arc">
            <a:avLst>
              <a:gd name="adj1" fmla="val 16825165"/>
              <a:gd name="adj2" fmla="val 21468755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49" name="爱设计-5">
            <a:extLst>
              <a:ext uri="{FF2B5EF4-FFF2-40B4-BE49-F238E27FC236}">
                <a16:creationId xmlns:a16="http://schemas.microsoft.com/office/drawing/2014/main" id="{A6FD2570-9198-7D00-B86B-80F598A84149}"/>
              </a:ext>
            </a:extLst>
          </p:cNvPr>
          <p:cNvSpPr/>
          <p:nvPr/>
        </p:nvSpPr>
        <p:spPr>
          <a:xfrm rot="18404973">
            <a:off x="2543204" y="2802075"/>
            <a:ext cx="1798130" cy="1798131"/>
          </a:xfrm>
          <a:prstGeom prst="arc">
            <a:avLst>
              <a:gd name="adj1" fmla="val 16825165"/>
              <a:gd name="adj2" fmla="val 20855904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0" name="爱设计-6">
            <a:extLst>
              <a:ext uri="{FF2B5EF4-FFF2-40B4-BE49-F238E27FC236}">
                <a16:creationId xmlns:a16="http://schemas.microsoft.com/office/drawing/2014/main" id="{8A434876-32FF-2F7F-3FE0-5428F8AC7A3A}"/>
              </a:ext>
            </a:extLst>
          </p:cNvPr>
          <p:cNvSpPr/>
          <p:nvPr/>
        </p:nvSpPr>
        <p:spPr>
          <a:xfrm rot="18404973">
            <a:off x="7927815" y="2802075"/>
            <a:ext cx="1798130" cy="1798131"/>
          </a:xfrm>
          <a:prstGeom prst="arc">
            <a:avLst>
              <a:gd name="adj1" fmla="val 16825165"/>
              <a:gd name="adj2" fmla="val 20855904"/>
            </a:avLst>
          </a:prstGeom>
          <a:ln w="12700">
            <a:solidFill>
              <a:schemeClr val="bg1">
                <a:lumMod val="75000"/>
              </a:schemeClr>
            </a:solidFill>
            <a:prstDash val="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2" name="爱设计-7">
            <a:extLst>
              <a:ext uri="{FF2B5EF4-FFF2-40B4-BE49-F238E27FC236}">
                <a16:creationId xmlns:a16="http://schemas.microsoft.com/office/drawing/2014/main" id="{5E3B95EF-B4D3-4B56-0CE0-EF6DBA9474B7}"/>
              </a:ext>
            </a:extLst>
          </p:cNvPr>
          <p:cNvSpPr txBox="1">
            <a:spLocks/>
          </p:cNvSpPr>
          <p:nvPr/>
        </p:nvSpPr>
        <p:spPr>
          <a:xfrm>
            <a:off x="845453" y="4213806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Arial" panose="020B0604020202020204" pitchFamily="34" charset="0"/>
              </a:rPr>
              <a:t>强加的重复</a:t>
            </a:r>
          </a:p>
        </p:txBody>
      </p:sp>
      <p:sp>
        <p:nvSpPr>
          <p:cNvPr id="53" name="爱设计-8">
            <a:extLst>
              <a:ext uri="{FF2B5EF4-FFF2-40B4-BE49-F238E27FC236}">
                <a16:creationId xmlns:a16="http://schemas.microsoft.com/office/drawing/2014/main" id="{E2D021B6-7087-90F4-DC21-47A351EA9571}"/>
              </a:ext>
            </a:extLst>
          </p:cNvPr>
          <p:cNvSpPr txBox="1">
            <a:spLocks/>
          </p:cNvSpPr>
          <p:nvPr/>
        </p:nvSpPr>
        <p:spPr>
          <a:xfrm>
            <a:off x="845453" y="4530246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开发者觉得他们无可选择，其实是有一些方法让我们避免重复的。</a:t>
            </a:r>
          </a:p>
        </p:txBody>
      </p:sp>
      <p:grpSp>
        <p:nvGrpSpPr>
          <p:cNvPr id="54" name="爱设计-9">
            <a:extLst>
              <a:ext uri="{FF2B5EF4-FFF2-40B4-BE49-F238E27FC236}">
                <a16:creationId xmlns:a16="http://schemas.microsoft.com/office/drawing/2014/main" id="{5BFF4BAF-8B57-E30F-E976-38AFB360F1E8}"/>
              </a:ext>
            </a:extLst>
          </p:cNvPr>
          <p:cNvGrpSpPr/>
          <p:nvPr/>
        </p:nvGrpSpPr>
        <p:grpSpPr>
          <a:xfrm>
            <a:off x="1161875" y="2416284"/>
            <a:ext cx="1592728" cy="1592728"/>
            <a:chOff x="1409700" y="2569892"/>
            <a:chExt cx="1592728" cy="1592728"/>
          </a:xfrm>
        </p:grpSpPr>
        <p:sp>
          <p:nvSpPr>
            <p:cNvPr id="55" name="爱设计-9-1">
              <a:extLst>
                <a:ext uri="{FF2B5EF4-FFF2-40B4-BE49-F238E27FC236}">
                  <a16:creationId xmlns:a16="http://schemas.microsoft.com/office/drawing/2014/main" id="{95ECDB1D-0A31-966C-03BC-6E567B1E5344}"/>
                </a:ext>
              </a:extLst>
            </p:cNvPr>
            <p:cNvSpPr/>
            <p:nvPr/>
          </p:nvSpPr>
          <p:spPr>
            <a:xfrm>
              <a:off x="1409700" y="2569892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6" name="爱设计-9-2">
              <a:extLst>
                <a:ext uri="{FF2B5EF4-FFF2-40B4-BE49-F238E27FC236}">
                  <a16:creationId xmlns:a16="http://schemas.microsoft.com/office/drawing/2014/main" id="{B379E70F-7A3C-15F2-2F9E-A33225306006}"/>
                </a:ext>
              </a:extLst>
            </p:cNvPr>
            <p:cNvSpPr/>
            <p:nvPr/>
          </p:nvSpPr>
          <p:spPr>
            <a:xfrm>
              <a:off x="1498799" y="2658991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57" name="爱设计-9-3">
              <a:extLst>
                <a:ext uri="{FF2B5EF4-FFF2-40B4-BE49-F238E27FC236}">
                  <a16:creationId xmlns:a16="http://schemas.microsoft.com/office/drawing/2014/main" id="{5D50B56E-2EBA-D0C7-940D-33C1E1B05999}"/>
                </a:ext>
              </a:extLst>
            </p:cNvPr>
            <p:cNvSpPr/>
            <p:nvPr/>
          </p:nvSpPr>
          <p:spPr>
            <a:xfrm>
              <a:off x="1911824" y="3071564"/>
              <a:ext cx="579916" cy="579916"/>
            </a:xfrm>
            <a:custGeom>
              <a:avLst/>
              <a:gdLst>
                <a:gd name="connsiteX0" fmla="*/ 438553 w 720000"/>
                <a:gd name="connsiteY0" fmla="*/ 189601 h 720000"/>
                <a:gd name="connsiteX1" fmla="*/ 503636 w 720000"/>
                <a:gd name="connsiteY1" fmla="*/ 216365 h 720000"/>
                <a:gd name="connsiteX2" fmla="*/ 503636 w 720000"/>
                <a:gd name="connsiteY2" fmla="*/ 346445 h 720000"/>
                <a:gd name="connsiteX3" fmla="*/ 362260 w 720000"/>
                <a:gd name="connsiteY3" fmla="*/ 487907 h 720000"/>
                <a:gd name="connsiteX4" fmla="*/ 191861 w 720000"/>
                <a:gd name="connsiteY4" fmla="*/ 528226 h 720000"/>
                <a:gd name="connsiteX5" fmla="*/ 232180 w 720000"/>
                <a:gd name="connsiteY5" fmla="*/ 357827 h 720000"/>
                <a:gd name="connsiteX6" fmla="*/ 373556 w 720000"/>
                <a:gd name="connsiteY6" fmla="*/ 216452 h 720000"/>
                <a:gd name="connsiteX7" fmla="*/ 438553 w 720000"/>
                <a:gd name="connsiteY7" fmla="*/ 189601 h 720000"/>
                <a:gd name="connsiteX8" fmla="*/ 438553 w 720000"/>
                <a:gd name="connsiteY8" fmla="*/ 141636 h 720000"/>
                <a:gd name="connsiteX9" fmla="*/ 339581 w 720000"/>
                <a:gd name="connsiteY9" fmla="*/ 182476 h 720000"/>
                <a:gd name="connsiteX10" fmla="*/ 198205 w 720000"/>
                <a:gd name="connsiteY10" fmla="*/ 323852 h 720000"/>
                <a:gd name="connsiteX11" fmla="*/ 141637 w 720000"/>
                <a:gd name="connsiteY11" fmla="*/ 578364 h 720000"/>
                <a:gd name="connsiteX12" fmla="*/ 396149 w 720000"/>
                <a:gd name="connsiteY12" fmla="*/ 521796 h 720000"/>
                <a:gd name="connsiteX13" fmla="*/ 537524 w 720000"/>
                <a:gd name="connsiteY13" fmla="*/ 380420 h 720000"/>
                <a:gd name="connsiteX14" fmla="*/ 537524 w 720000"/>
                <a:gd name="connsiteY14" fmla="*/ 182476 h 720000"/>
                <a:gd name="connsiteX15" fmla="*/ 438553 w 720000"/>
                <a:gd name="connsiteY15" fmla="*/ 141636 h 720000"/>
                <a:gd name="connsiteX16" fmla="*/ 120000 w 720000"/>
                <a:gd name="connsiteY16" fmla="*/ 0 h 720000"/>
                <a:gd name="connsiteX17" fmla="*/ 600000 w 720000"/>
                <a:gd name="connsiteY17" fmla="*/ 0 h 720000"/>
                <a:gd name="connsiteX18" fmla="*/ 720000 w 720000"/>
                <a:gd name="connsiteY18" fmla="*/ 120000 h 720000"/>
                <a:gd name="connsiteX19" fmla="*/ 720000 w 720000"/>
                <a:gd name="connsiteY19" fmla="*/ 600000 h 720000"/>
                <a:gd name="connsiteX20" fmla="*/ 600000 w 720000"/>
                <a:gd name="connsiteY20" fmla="*/ 720000 h 720000"/>
                <a:gd name="connsiteX21" fmla="*/ 120000 w 720000"/>
                <a:gd name="connsiteY21" fmla="*/ 720000 h 720000"/>
                <a:gd name="connsiteX22" fmla="*/ 0 w 720000"/>
                <a:gd name="connsiteY22" fmla="*/ 600000 h 720000"/>
                <a:gd name="connsiteX23" fmla="*/ 0 w 720000"/>
                <a:gd name="connsiteY23" fmla="*/ 120000 h 720000"/>
                <a:gd name="connsiteX24" fmla="*/ 120000 w 720000"/>
                <a:gd name="connsiteY24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20000" h="720000">
                  <a:moveTo>
                    <a:pt x="438553" y="189601"/>
                  </a:moveTo>
                  <a:cubicBezTo>
                    <a:pt x="463230" y="189601"/>
                    <a:pt x="486344" y="199073"/>
                    <a:pt x="503636" y="216365"/>
                  </a:cubicBezTo>
                  <a:cubicBezTo>
                    <a:pt x="539523" y="252252"/>
                    <a:pt x="539523" y="310557"/>
                    <a:pt x="503636" y="346445"/>
                  </a:cubicBezTo>
                  <a:lnTo>
                    <a:pt x="362260" y="487907"/>
                  </a:lnTo>
                  <a:cubicBezTo>
                    <a:pt x="342622" y="507545"/>
                    <a:pt x="266503" y="522665"/>
                    <a:pt x="191861" y="528226"/>
                  </a:cubicBezTo>
                  <a:cubicBezTo>
                    <a:pt x="197336" y="453584"/>
                    <a:pt x="212456" y="377465"/>
                    <a:pt x="232180" y="357827"/>
                  </a:cubicBezTo>
                  <a:lnTo>
                    <a:pt x="373556" y="216452"/>
                  </a:lnTo>
                  <a:cubicBezTo>
                    <a:pt x="390761" y="199073"/>
                    <a:pt x="413875" y="189601"/>
                    <a:pt x="438553" y="189601"/>
                  </a:cubicBezTo>
                  <a:close/>
                  <a:moveTo>
                    <a:pt x="438553" y="141636"/>
                  </a:moveTo>
                  <a:cubicBezTo>
                    <a:pt x="402666" y="141636"/>
                    <a:pt x="366778" y="155278"/>
                    <a:pt x="339581" y="182476"/>
                  </a:cubicBezTo>
                  <a:lnTo>
                    <a:pt x="198205" y="323852"/>
                  </a:lnTo>
                  <a:cubicBezTo>
                    <a:pt x="143723" y="378335"/>
                    <a:pt x="141637" y="578364"/>
                    <a:pt x="141637" y="578364"/>
                  </a:cubicBezTo>
                  <a:cubicBezTo>
                    <a:pt x="141637" y="578364"/>
                    <a:pt x="341753" y="576278"/>
                    <a:pt x="396149" y="521796"/>
                  </a:cubicBezTo>
                  <a:lnTo>
                    <a:pt x="537524" y="380420"/>
                  </a:lnTo>
                  <a:cubicBezTo>
                    <a:pt x="592007" y="325938"/>
                    <a:pt x="592007" y="236872"/>
                    <a:pt x="537524" y="182476"/>
                  </a:cubicBezTo>
                  <a:cubicBezTo>
                    <a:pt x="510327" y="155191"/>
                    <a:pt x="474440" y="141636"/>
                    <a:pt x="438553" y="141636"/>
                  </a:cubicBezTo>
                  <a:close/>
                  <a:moveTo>
                    <a:pt x="120000" y="0"/>
                  </a:moveTo>
                  <a:lnTo>
                    <a:pt x="600000" y="0"/>
                  </a:lnTo>
                  <a:cubicBezTo>
                    <a:pt x="666040" y="0"/>
                    <a:pt x="720000" y="54048"/>
                    <a:pt x="720000" y="120000"/>
                  </a:cubicBezTo>
                  <a:lnTo>
                    <a:pt x="720000" y="600000"/>
                  </a:lnTo>
                  <a:cubicBezTo>
                    <a:pt x="720000" y="666039"/>
                    <a:pt x="666040" y="720000"/>
                    <a:pt x="600000" y="720000"/>
                  </a:cubicBezTo>
                  <a:lnTo>
                    <a:pt x="120000" y="720000"/>
                  </a:lnTo>
                  <a:cubicBezTo>
                    <a:pt x="53961" y="720000"/>
                    <a:pt x="0" y="666039"/>
                    <a:pt x="0" y="600000"/>
                  </a:cubicBezTo>
                  <a:lnTo>
                    <a:pt x="0" y="120000"/>
                  </a:lnTo>
                  <a:cubicBezTo>
                    <a:pt x="0" y="53961"/>
                    <a:pt x="53961" y="0"/>
                    <a:pt x="120000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爱设计-10">
            <a:extLst>
              <a:ext uri="{FF2B5EF4-FFF2-40B4-BE49-F238E27FC236}">
                <a16:creationId xmlns:a16="http://schemas.microsoft.com/office/drawing/2014/main" id="{6CA4F16A-C7C3-BC9B-6903-444596881136}"/>
              </a:ext>
            </a:extLst>
          </p:cNvPr>
          <p:cNvSpPr txBox="1">
            <a:spLocks/>
          </p:cNvSpPr>
          <p:nvPr/>
        </p:nvSpPr>
        <p:spPr>
          <a:xfrm>
            <a:off x="6307213" y="4213806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Arial" panose="020B0604020202020204" pitchFamily="34" charset="0"/>
              </a:rPr>
              <a:t>无耐性的重复</a:t>
            </a:r>
          </a:p>
        </p:txBody>
      </p:sp>
      <p:sp>
        <p:nvSpPr>
          <p:cNvPr id="59" name="爱设计-11">
            <a:extLst>
              <a:ext uri="{FF2B5EF4-FFF2-40B4-BE49-F238E27FC236}">
                <a16:creationId xmlns:a16="http://schemas.microsoft.com/office/drawing/2014/main" id="{3000B535-7FD4-0B3B-7D38-480E6A6E0F82}"/>
              </a:ext>
            </a:extLst>
          </p:cNvPr>
          <p:cNvSpPr txBox="1">
            <a:spLocks/>
          </p:cNvSpPr>
          <p:nvPr/>
        </p:nvSpPr>
        <p:spPr>
          <a:xfrm>
            <a:off x="6307213" y="4530246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开发者偷懒，因为重复可以让事情更容易。有时往往会遇速则不达，在这类重复面前我们应该更慎重</a:t>
            </a:r>
          </a:p>
        </p:txBody>
      </p:sp>
      <p:grpSp>
        <p:nvGrpSpPr>
          <p:cNvPr id="60" name="爱设计-12">
            <a:extLst>
              <a:ext uri="{FF2B5EF4-FFF2-40B4-BE49-F238E27FC236}">
                <a16:creationId xmlns:a16="http://schemas.microsoft.com/office/drawing/2014/main" id="{46C3DC92-2B49-1CB3-0E4B-2DB558421CDC}"/>
              </a:ext>
            </a:extLst>
          </p:cNvPr>
          <p:cNvGrpSpPr/>
          <p:nvPr/>
        </p:nvGrpSpPr>
        <p:grpSpPr>
          <a:xfrm>
            <a:off x="6556698" y="2416284"/>
            <a:ext cx="1592728" cy="1592728"/>
            <a:chOff x="6582283" y="2569892"/>
            <a:chExt cx="1592728" cy="1592728"/>
          </a:xfrm>
        </p:grpSpPr>
        <p:sp>
          <p:nvSpPr>
            <p:cNvPr id="61" name="爱设计-12-1">
              <a:extLst>
                <a:ext uri="{FF2B5EF4-FFF2-40B4-BE49-F238E27FC236}">
                  <a16:creationId xmlns:a16="http://schemas.microsoft.com/office/drawing/2014/main" id="{87243BDA-5A77-E465-8E9C-8BF5BE4F5C56}"/>
                </a:ext>
              </a:extLst>
            </p:cNvPr>
            <p:cNvSpPr/>
            <p:nvPr/>
          </p:nvSpPr>
          <p:spPr>
            <a:xfrm>
              <a:off x="6582283" y="2569892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1">
                    <a:alpha val="25000"/>
                  </a:schemeClr>
                </a:gs>
                <a:gs pos="100000">
                  <a:schemeClr val="accent1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2" name="爱设计-12-2">
              <a:extLst>
                <a:ext uri="{FF2B5EF4-FFF2-40B4-BE49-F238E27FC236}">
                  <a16:creationId xmlns:a16="http://schemas.microsoft.com/office/drawing/2014/main" id="{D4BAFA9D-97AD-F264-051B-CE8F9176A447}"/>
                </a:ext>
              </a:extLst>
            </p:cNvPr>
            <p:cNvSpPr/>
            <p:nvPr/>
          </p:nvSpPr>
          <p:spPr>
            <a:xfrm>
              <a:off x="6671382" y="2658991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1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3" name="爱设计-12-3">
              <a:extLst>
                <a:ext uri="{FF2B5EF4-FFF2-40B4-BE49-F238E27FC236}">
                  <a16:creationId xmlns:a16="http://schemas.microsoft.com/office/drawing/2014/main" id="{B31B2F2A-9737-4730-3AD5-1D500B156AA6}"/>
                </a:ext>
              </a:extLst>
            </p:cNvPr>
            <p:cNvSpPr/>
            <p:nvPr/>
          </p:nvSpPr>
          <p:spPr>
            <a:xfrm>
              <a:off x="7088688" y="3126418"/>
              <a:ext cx="579916" cy="479672"/>
            </a:xfrm>
            <a:custGeom>
              <a:avLst/>
              <a:gdLst>
                <a:gd name="connsiteX0" fmla="*/ 114387 w 870468"/>
                <a:gd name="connsiteY0" fmla="*/ 394297 h 720000"/>
                <a:gd name="connsiteX1" fmla="*/ 125598 w 870468"/>
                <a:gd name="connsiteY1" fmla="*/ 421319 h 720000"/>
                <a:gd name="connsiteX2" fmla="*/ 153878 w 870468"/>
                <a:gd name="connsiteY2" fmla="*/ 433051 h 720000"/>
                <a:gd name="connsiteX3" fmla="*/ 449972 w 870468"/>
                <a:gd name="connsiteY3" fmla="*/ 433051 h 720000"/>
                <a:gd name="connsiteX4" fmla="*/ 478295 w 870468"/>
                <a:gd name="connsiteY4" fmla="*/ 421319 h 720000"/>
                <a:gd name="connsiteX5" fmla="*/ 489465 w 870468"/>
                <a:gd name="connsiteY5" fmla="*/ 394297 h 720000"/>
                <a:gd name="connsiteX6" fmla="*/ 116266 w 870468"/>
                <a:gd name="connsiteY6" fmla="*/ 68594 h 720000"/>
                <a:gd name="connsiteX7" fmla="*/ 68708 w 870468"/>
                <a:gd name="connsiteY7" fmla="*/ 116152 h 720000"/>
                <a:gd name="connsiteX8" fmla="*/ 68708 w 870468"/>
                <a:gd name="connsiteY8" fmla="*/ 241561 h 720000"/>
                <a:gd name="connsiteX9" fmla="*/ 801875 w 870468"/>
                <a:gd name="connsiteY9" fmla="*/ 241561 h 720000"/>
                <a:gd name="connsiteX10" fmla="*/ 801875 w 870468"/>
                <a:gd name="connsiteY10" fmla="*/ 116152 h 720000"/>
                <a:gd name="connsiteX11" fmla="*/ 754317 w 870468"/>
                <a:gd name="connsiteY11" fmla="*/ 68594 h 720000"/>
                <a:gd name="connsiteX12" fmla="*/ 598821 w 870468"/>
                <a:gd name="connsiteY12" fmla="*/ 68594 h 720000"/>
                <a:gd name="connsiteX13" fmla="*/ 116266 w 870468"/>
                <a:gd name="connsiteY13" fmla="*/ 0 h 720000"/>
                <a:gd name="connsiteX14" fmla="*/ 598821 w 870468"/>
                <a:gd name="connsiteY14" fmla="*/ 0 h 720000"/>
                <a:gd name="connsiteX15" fmla="*/ 754317 w 870468"/>
                <a:gd name="connsiteY15" fmla="*/ 0 h 720000"/>
                <a:gd name="connsiteX16" fmla="*/ 870468 w 870468"/>
                <a:gd name="connsiteY16" fmla="*/ 116152 h 720000"/>
                <a:gd name="connsiteX17" fmla="*/ 870468 w 870468"/>
                <a:gd name="connsiteY17" fmla="*/ 360001 h 720000"/>
                <a:gd name="connsiteX18" fmla="*/ 870468 w 870468"/>
                <a:gd name="connsiteY18" fmla="*/ 603736 h 720000"/>
                <a:gd name="connsiteX19" fmla="*/ 754317 w 870468"/>
                <a:gd name="connsiteY19" fmla="*/ 720000 h 720000"/>
                <a:gd name="connsiteX20" fmla="*/ 598821 w 870468"/>
                <a:gd name="connsiteY20" fmla="*/ 720000 h 720000"/>
                <a:gd name="connsiteX21" fmla="*/ 116266 w 870468"/>
                <a:gd name="connsiteY21" fmla="*/ 720000 h 720000"/>
                <a:gd name="connsiteX22" fmla="*/ 115 w 870468"/>
                <a:gd name="connsiteY22" fmla="*/ 603850 h 720000"/>
                <a:gd name="connsiteX23" fmla="*/ 115 w 870468"/>
                <a:gd name="connsiteY23" fmla="*/ 360279 h 720000"/>
                <a:gd name="connsiteX24" fmla="*/ 0 w 870468"/>
                <a:gd name="connsiteY24" fmla="*/ 360001 h 720000"/>
                <a:gd name="connsiteX25" fmla="*/ 115 w 870468"/>
                <a:gd name="connsiteY25" fmla="*/ 359723 h 720000"/>
                <a:gd name="connsiteX26" fmla="*/ 115 w 870468"/>
                <a:gd name="connsiteY26" fmla="*/ 116152 h 720000"/>
                <a:gd name="connsiteX27" fmla="*/ 116266 w 870468"/>
                <a:gd name="connsiteY27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70468" h="720000">
                  <a:moveTo>
                    <a:pt x="114387" y="394297"/>
                  </a:moveTo>
                  <a:lnTo>
                    <a:pt x="125598" y="421319"/>
                  </a:lnTo>
                  <a:cubicBezTo>
                    <a:pt x="132843" y="428564"/>
                    <a:pt x="142846" y="433051"/>
                    <a:pt x="153878" y="433051"/>
                  </a:cubicBezTo>
                  <a:lnTo>
                    <a:pt x="449972" y="433051"/>
                  </a:lnTo>
                  <a:cubicBezTo>
                    <a:pt x="461061" y="433051"/>
                    <a:pt x="471064" y="428564"/>
                    <a:pt x="478295" y="421319"/>
                  </a:cubicBezTo>
                  <a:lnTo>
                    <a:pt x="489465" y="394297"/>
                  </a:lnTo>
                  <a:close/>
                  <a:moveTo>
                    <a:pt x="116266" y="68594"/>
                  </a:moveTo>
                  <a:cubicBezTo>
                    <a:pt x="89972" y="68594"/>
                    <a:pt x="68708" y="89972"/>
                    <a:pt x="68708" y="116152"/>
                  </a:cubicBezTo>
                  <a:lnTo>
                    <a:pt x="68708" y="241561"/>
                  </a:lnTo>
                  <a:lnTo>
                    <a:pt x="801875" y="241561"/>
                  </a:lnTo>
                  <a:lnTo>
                    <a:pt x="801875" y="116152"/>
                  </a:lnTo>
                  <a:cubicBezTo>
                    <a:pt x="801875" y="89858"/>
                    <a:pt x="780497" y="68594"/>
                    <a:pt x="754317" y="68594"/>
                  </a:cubicBezTo>
                  <a:lnTo>
                    <a:pt x="598821" y="68594"/>
                  </a:lnTo>
                  <a:close/>
                  <a:moveTo>
                    <a:pt x="116266" y="0"/>
                  </a:moveTo>
                  <a:lnTo>
                    <a:pt x="598821" y="0"/>
                  </a:lnTo>
                  <a:lnTo>
                    <a:pt x="754317" y="0"/>
                  </a:lnTo>
                  <a:cubicBezTo>
                    <a:pt x="818338" y="0"/>
                    <a:pt x="870468" y="52131"/>
                    <a:pt x="870468" y="116152"/>
                  </a:cubicBezTo>
                  <a:lnTo>
                    <a:pt x="870468" y="360001"/>
                  </a:lnTo>
                  <a:lnTo>
                    <a:pt x="870468" y="603736"/>
                  </a:lnTo>
                  <a:cubicBezTo>
                    <a:pt x="870468" y="667870"/>
                    <a:pt x="818338" y="720000"/>
                    <a:pt x="754317" y="720000"/>
                  </a:cubicBezTo>
                  <a:lnTo>
                    <a:pt x="598821" y="720000"/>
                  </a:lnTo>
                  <a:lnTo>
                    <a:pt x="116266" y="720000"/>
                  </a:lnTo>
                  <a:cubicBezTo>
                    <a:pt x="52246" y="720000"/>
                    <a:pt x="115" y="667870"/>
                    <a:pt x="115" y="603850"/>
                  </a:cubicBezTo>
                  <a:lnTo>
                    <a:pt x="115" y="360279"/>
                  </a:lnTo>
                  <a:lnTo>
                    <a:pt x="0" y="360001"/>
                  </a:lnTo>
                  <a:lnTo>
                    <a:pt x="115" y="359723"/>
                  </a:lnTo>
                  <a:lnTo>
                    <a:pt x="115" y="116152"/>
                  </a:lnTo>
                  <a:cubicBezTo>
                    <a:pt x="115" y="52131"/>
                    <a:pt x="52246" y="0"/>
                    <a:pt x="116266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4" name="爱设计-13">
            <a:extLst>
              <a:ext uri="{FF2B5EF4-FFF2-40B4-BE49-F238E27FC236}">
                <a16:creationId xmlns:a16="http://schemas.microsoft.com/office/drawing/2014/main" id="{D2FC034C-4E43-9473-B6A3-9661B9BD9C80}"/>
              </a:ext>
            </a:extLst>
          </p:cNvPr>
          <p:cNvSpPr txBox="1">
            <a:spLocks/>
          </p:cNvSpPr>
          <p:nvPr/>
        </p:nvSpPr>
        <p:spPr>
          <a:xfrm>
            <a:off x="3576333" y="3864801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Arial" panose="020B0604020202020204" pitchFamily="34" charset="0"/>
              </a:rPr>
              <a:t>无意的重复</a:t>
            </a:r>
          </a:p>
        </p:txBody>
      </p:sp>
      <p:sp>
        <p:nvSpPr>
          <p:cNvPr id="65" name="爱设计-14">
            <a:extLst>
              <a:ext uri="{FF2B5EF4-FFF2-40B4-BE49-F238E27FC236}">
                <a16:creationId xmlns:a16="http://schemas.microsoft.com/office/drawing/2014/main" id="{8A69D0B7-B768-87F0-E296-000B78E90524}"/>
              </a:ext>
            </a:extLst>
          </p:cNvPr>
          <p:cNvSpPr txBox="1">
            <a:spLocks/>
          </p:cNvSpPr>
          <p:nvPr/>
        </p:nvSpPr>
        <p:spPr>
          <a:xfrm>
            <a:off x="3576333" y="4181241"/>
            <a:ext cx="2217009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开发者没有意识到他们在重复信息。这个需要通过提高代码意识或者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CR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进行减少。</a:t>
            </a:r>
          </a:p>
        </p:txBody>
      </p:sp>
      <p:grpSp>
        <p:nvGrpSpPr>
          <p:cNvPr id="66" name="爱设计-15">
            <a:extLst>
              <a:ext uri="{FF2B5EF4-FFF2-40B4-BE49-F238E27FC236}">
                <a16:creationId xmlns:a16="http://schemas.microsoft.com/office/drawing/2014/main" id="{178014F9-DA54-6EFF-7A71-BB4DE21E52BA}"/>
              </a:ext>
            </a:extLst>
          </p:cNvPr>
          <p:cNvGrpSpPr/>
          <p:nvPr/>
        </p:nvGrpSpPr>
        <p:grpSpPr>
          <a:xfrm>
            <a:off x="3888474" y="2080633"/>
            <a:ext cx="1592728" cy="1592728"/>
            <a:chOff x="4025179" y="2234241"/>
            <a:chExt cx="1592728" cy="1592728"/>
          </a:xfrm>
        </p:grpSpPr>
        <p:sp>
          <p:nvSpPr>
            <p:cNvPr id="67" name="爱设计-15-1">
              <a:extLst>
                <a:ext uri="{FF2B5EF4-FFF2-40B4-BE49-F238E27FC236}">
                  <a16:creationId xmlns:a16="http://schemas.microsoft.com/office/drawing/2014/main" id="{9C22230B-EFDD-36A4-4F72-8FDF78F7AB42}"/>
                </a:ext>
              </a:extLst>
            </p:cNvPr>
            <p:cNvSpPr/>
            <p:nvPr/>
          </p:nvSpPr>
          <p:spPr>
            <a:xfrm>
              <a:off x="4025179" y="2234241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8" name="爱设计-15-2">
              <a:extLst>
                <a:ext uri="{FF2B5EF4-FFF2-40B4-BE49-F238E27FC236}">
                  <a16:creationId xmlns:a16="http://schemas.microsoft.com/office/drawing/2014/main" id="{8FBCA863-C153-3257-DCBF-D5DC5AEEBE9A}"/>
                </a:ext>
              </a:extLst>
            </p:cNvPr>
            <p:cNvSpPr/>
            <p:nvPr/>
          </p:nvSpPr>
          <p:spPr>
            <a:xfrm>
              <a:off x="4114278" y="2323340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69" name="爱设计-15-3">
              <a:extLst>
                <a:ext uri="{FF2B5EF4-FFF2-40B4-BE49-F238E27FC236}">
                  <a16:creationId xmlns:a16="http://schemas.microsoft.com/office/drawing/2014/main" id="{5A9F45FC-670A-0C29-7227-68A1992A124E}"/>
                </a:ext>
              </a:extLst>
            </p:cNvPr>
            <p:cNvSpPr/>
            <p:nvPr/>
          </p:nvSpPr>
          <p:spPr>
            <a:xfrm>
              <a:off x="4531584" y="2795332"/>
              <a:ext cx="579916" cy="507707"/>
            </a:xfrm>
            <a:custGeom>
              <a:avLst/>
              <a:gdLst>
                <a:gd name="connsiteX0" fmla="*/ 411293 w 822401"/>
                <a:gd name="connsiteY0" fmla="*/ 234366 h 720000"/>
                <a:gd name="connsiteX1" fmla="*/ 536928 w 822401"/>
                <a:gd name="connsiteY1" fmla="*/ 360000 h 720000"/>
                <a:gd name="connsiteX2" fmla="*/ 411293 w 822401"/>
                <a:gd name="connsiteY2" fmla="*/ 485635 h 720000"/>
                <a:gd name="connsiteX3" fmla="*/ 285659 w 822401"/>
                <a:gd name="connsiteY3" fmla="*/ 360000 h 720000"/>
                <a:gd name="connsiteX4" fmla="*/ 411293 w 822401"/>
                <a:gd name="connsiteY4" fmla="*/ 234366 h 720000"/>
                <a:gd name="connsiteX5" fmla="*/ 411293 w 822401"/>
                <a:gd name="connsiteY5" fmla="*/ 178938 h 720000"/>
                <a:gd name="connsiteX6" fmla="*/ 230231 w 822401"/>
                <a:gd name="connsiteY6" fmla="*/ 360000 h 720000"/>
                <a:gd name="connsiteX7" fmla="*/ 411293 w 822401"/>
                <a:gd name="connsiteY7" fmla="*/ 541063 h 720000"/>
                <a:gd name="connsiteX8" fmla="*/ 592355 w 822401"/>
                <a:gd name="connsiteY8" fmla="*/ 360000 h 720000"/>
                <a:gd name="connsiteX9" fmla="*/ 411293 w 822401"/>
                <a:gd name="connsiteY9" fmla="*/ 178938 h 720000"/>
                <a:gd name="connsiteX10" fmla="*/ 219884 w 822401"/>
                <a:gd name="connsiteY10" fmla="*/ 0 h 720000"/>
                <a:gd name="connsiteX11" fmla="*/ 602517 w 822401"/>
                <a:gd name="connsiteY11" fmla="*/ 0 h 720000"/>
                <a:gd name="connsiteX12" fmla="*/ 627275 w 822401"/>
                <a:gd name="connsiteY12" fmla="*/ 14319 h 720000"/>
                <a:gd name="connsiteX13" fmla="*/ 818591 w 822401"/>
                <a:gd name="connsiteY13" fmla="*/ 345682 h 720000"/>
                <a:gd name="connsiteX14" fmla="*/ 818591 w 822401"/>
                <a:gd name="connsiteY14" fmla="*/ 374319 h 720000"/>
                <a:gd name="connsiteX15" fmla="*/ 627367 w 822401"/>
                <a:gd name="connsiteY15" fmla="*/ 705682 h 720000"/>
                <a:gd name="connsiteX16" fmla="*/ 602609 w 822401"/>
                <a:gd name="connsiteY16" fmla="*/ 720000 h 720000"/>
                <a:gd name="connsiteX17" fmla="*/ 219977 w 822401"/>
                <a:gd name="connsiteY17" fmla="*/ 720000 h 720000"/>
                <a:gd name="connsiteX18" fmla="*/ 195219 w 822401"/>
                <a:gd name="connsiteY18" fmla="*/ 705682 h 720000"/>
                <a:gd name="connsiteX19" fmla="*/ 3811 w 822401"/>
                <a:gd name="connsiteY19" fmla="*/ 374319 h 720000"/>
                <a:gd name="connsiteX20" fmla="*/ 3811 w 822401"/>
                <a:gd name="connsiteY20" fmla="*/ 345682 h 720000"/>
                <a:gd name="connsiteX21" fmla="*/ 195127 w 822401"/>
                <a:gd name="connsiteY21" fmla="*/ 14319 h 720000"/>
                <a:gd name="connsiteX22" fmla="*/ 219884 w 822401"/>
                <a:gd name="connsiteY22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22401" h="720000">
                  <a:moveTo>
                    <a:pt x="411293" y="234366"/>
                  </a:moveTo>
                  <a:cubicBezTo>
                    <a:pt x="480577" y="234366"/>
                    <a:pt x="536928" y="290716"/>
                    <a:pt x="536928" y="360000"/>
                  </a:cubicBezTo>
                  <a:cubicBezTo>
                    <a:pt x="536928" y="429284"/>
                    <a:pt x="480577" y="485635"/>
                    <a:pt x="411293" y="485635"/>
                  </a:cubicBezTo>
                  <a:cubicBezTo>
                    <a:pt x="342009" y="485635"/>
                    <a:pt x="285659" y="429284"/>
                    <a:pt x="285659" y="360000"/>
                  </a:cubicBezTo>
                  <a:cubicBezTo>
                    <a:pt x="285659" y="290716"/>
                    <a:pt x="342009" y="234366"/>
                    <a:pt x="411293" y="234366"/>
                  </a:cubicBezTo>
                  <a:close/>
                  <a:moveTo>
                    <a:pt x="411293" y="178938"/>
                  </a:moveTo>
                  <a:cubicBezTo>
                    <a:pt x="311432" y="178938"/>
                    <a:pt x="230231" y="260139"/>
                    <a:pt x="230231" y="360000"/>
                  </a:cubicBezTo>
                  <a:cubicBezTo>
                    <a:pt x="230231" y="459862"/>
                    <a:pt x="311432" y="541063"/>
                    <a:pt x="411293" y="541063"/>
                  </a:cubicBezTo>
                  <a:cubicBezTo>
                    <a:pt x="511154" y="541063"/>
                    <a:pt x="592355" y="459862"/>
                    <a:pt x="592355" y="360000"/>
                  </a:cubicBezTo>
                  <a:cubicBezTo>
                    <a:pt x="592355" y="260139"/>
                    <a:pt x="511154" y="178938"/>
                    <a:pt x="411293" y="178938"/>
                  </a:cubicBezTo>
                  <a:close/>
                  <a:moveTo>
                    <a:pt x="219884" y="0"/>
                  </a:moveTo>
                  <a:lnTo>
                    <a:pt x="602517" y="0"/>
                  </a:lnTo>
                  <a:cubicBezTo>
                    <a:pt x="612679" y="0"/>
                    <a:pt x="622194" y="5451"/>
                    <a:pt x="627275" y="14319"/>
                  </a:cubicBezTo>
                  <a:lnTo>
                    <a:pt x="818591" y="345682"/>
                  </a:lnTo>
                  <a:cubicBezTo>
                    <a:pt x="823672" y="354550"/>
                    <a:pt x="823672" y="365451"/>
                    <a:pt x="818591" y="374319"/>
                  </a:cubicBezTo>
                  <a:lnTo>
                    <a:pt x="627367" y="705682"/>
                  </a:lnTo>
                  <a:cubicBezTo>
                    <a:pt x="622286" y="714550"/>
                    <a:pt x="612771" y="720000"/>
                    <a:pt x="602609" y="720000"/>
                  </a:cubicBezTo>
                  <a:lnTo>
                    <a:pt x="219977" y="720000"/>
                  </a:lnTo>
                  <a:cubicBezTo>
                    <a:pt x="209815" y="720000"/>
                    <a:pt x="200300" y="714550"/>
                    <a:pt x="195219" y="705682"/>
                  </a:cubicBezTo>
                  <a:lnTo>
                    <a:pt x="3811" y="374319"/>
                  </a:lnTo>
                  <a:cubicBezTo>
                    <a:pt x="-1270" y="365543"/>
                    <a:pt x="-1270" y="354550"/>
                    <a:pt x="3811" y="345682"/>
                  </a:cubicBezTo>
                  <a:lnTo>
                    <a:pt x="195127" y="14319"/>
                  </a:lnTo>
                  <a:cubicBezTo>
                    <a:pt x="200208" y="5451"/>
                    <a:pt x="209723" y="0"/>
                    <a:pt x="219884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  <p:sp>
        <p:nvSpPr>
          <p:cNvPr id="70" name="爱设计-16">
            <a:extLst>
              <a:ext uri="{FF2B5EF4-FFF2-40B4-BE49-F238E27FC236}">
                <a16:creationId xmlns:a16="http://schemas.microsoft.com/office/drawing/2014/main" id="{BED5BA90-FD16-4DF5-F7B8-AA024F889005}"/>
              </a:ext>
            </a:extLst>
          </p:cNvPr>
          <p:cNvSpPr txBox="1">
            <a:spLocks/>
          </p:cNvSpPr>
          <p:nvPr/>
        </p:nvSpPr>
        <p:spPr>
          <a:xfrm>
            <a:off x="9038092" y="3864801"/>
            <a:ext cx="2217009" cy="29401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  <a:sym typeface="Arial" panose="020B0604020202020204" pitchFamily="34" charset="0"/>
              </a:rPr>
              <a:t>开发者之间的重复</a:t>
            </a:r>
          </a:p>
        </p:txBody>
      </p:sp>
      <p:sp>
        <p:nvSpPr>
          <p:cNvPr id="71" name="爱设计-17">
            <a:extLst>
              <a:ext uri="{FF2B5EF4-FFF2-40B4-BE49-F238E27FC236}">
                <a16:creationId xmlns:a16="http://schemas.microsoft.com/office/drawing/2014/main" id="{102BA89A-336E-2A68-84E5-44DCB68734BA}"/>
              </a:ext>
            </a:extLst>
          </p:cNvPr>
          <p:cNvSpPr txBox="1">
            <a:spLocks/>
          </p:cNvSpPr>
          <p:nvPr/>
        </p:nvSpPr>
        <p:spPr>
          <a:xfrm>
            <a:off x="9038092" y="4181241"/>
            <a:ext cx="2308455" cy="69121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 algn="ctr">
              <a:lnSpc>
                <a:spcPct val="130000"/>
              </a:lnSpc>
              <a:buSzPct val="25000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B" panose="00020600040101010101" pitchFamily="18" charset="-122"/>
                <a:sym typeface="Arial" panose="020B0604020202020204" pitchFamily="34" charset="0"/>
              </a:rPr>
              <a:t>同一个团队或者不同团队的几个人重复了同样的信息。需要一个统筹的人引导大家交流，提供一个中央区域，管理维护公共代码</a:t>
            </a:r>
          </a:p>
        </p:txBody>
      </p:sp>
      <p:grpSp>
        <p:nvGrpSpPr>
          <p:cNvPr id="72" name="爱设计-18">
            <a:extLst>
              <a:ext uri="{FF2B5EF4-FFF2-40B4-BE49-F238E27FC236}">
                <a16:creationId xmlns:a16="http://schemas.microsoft.com/office/drawing/2014/main" id="{D7D52E9B-17C8-49D2-3769-068D2C5164BC}"/>
              </a:ext>
            </a:extLst>
          </p:cNvPr>
          <p:cNvGrpSpPr/>
          <p:nvPr/>
        </p:nvGrpSpPr>
        <p:grpSpPr>
          <a:xfrm>
            <a:off x="9275107" y="2080633"/>
            <a:ext cx="1592728" cy="1592728"/>
            <a:chOff x="9189573" y="2234241"/>
            <a:chExt cx="1592728" cy="1592728"/>
          </a:xfrm>
        </p:grpSpPr>
        <p:sp>
          <p:nvSpPr>
            <p:cNvPr id="73" name="爱设计-18-1">
              <a:extLst>
                <a:ext uri="{FF2B5EF4-FFF2-40B4-BE49-F238E27FC236}">
                  <a16:creationId xmlns:a16="http://schemas.microsoft.com/office/drawing/2014/main" id="{BDE647CA-C183-2FF2-2EDF-6F60E6CDE8BB}"/>
                </a:ext>
              </a:extLst>
            </p:cNvPr>
            <p:cNvSpPr/>
            <p:nvPr/>
          </p:nvSpPr>
          <p:spPr>
            <a:xfrm>
              <a:off x="9189573" y="2234241"/>
              <a:ext cx="1592728" cy="1592728"/>
            </a:xfrm>
            <a:prstGeom prst="ellipse">
              <a:avLst/>
            </a:prstGeom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lumMod val="60000"/>
                    <a:lumOff val="40000"/>
                    <a:alpha val="2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74" name="爱设计-18-2">
              <a:extLst>
                <a:ext uri="{FF2B5EF4-FFF2-40B4-BE49-F238E27FC236}">
                  <a16:creationId xmlns:a16="http://schemas.microsoft.com/office/drawing/2014/main" id="{E9F39B1A-5D8F-A8B6-8750-0C13728F613E}"/>
                </a:ext>
              </a:extLst>
            </p:cNvPr>
            <p:cNvSpPr/>
            <p:nvPr/>
          </p:nvSpPr>
          <p:spPr>
            <a:xfrm>
              <a:off x="9278672" y="2323340"/>
              <a:ext cx="1414529" cy="1414529"/>
            </a:xfrm>
            <a:prstGeom prst="ellipse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2">
                    <a:lumMod val="85000"/>
                    <a:lumOff val="1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  <p:sp>
          <p:nvSpPr>
            <p:cNvPr id="75" name="爱设计-18-3">
              <a:extLst>
                <a:ext uri="{FF2B5EF4-FFF2-40B4-BE49-F238E27FC236}">
                  <a16:creationId xmlns:a16="http://schemas.microsoft.com/office/drawing/2014/main" id="{346B4F03-71EF-93E4-E12B-F7F059C70BCE}"/>
                </a:ext>
              </a:extLst>
            </p:cNvPr>
            <p:cNvSpPr/>
            <p:nvPr/>
          </p:nvSpPr>
          <p:spPr>
            <a:xfrm>
              <a:off x="9707086" y="2740646"/>
              <a:ext cx="557698" cy="579916"/>
            </a:xfrm>
            <a:custGeom>
              <a:avLst/>
              <a:gdLst>
                <a:gd name="connsiteX0" fmla="*/ 198153 w 692417"/>
                <a:gd name="connsiteY0" fmla="*/ 663680 h 720001"/>
                <a:gd name="connsiteX1" fmla="*/ 239787 w 692417"/>
                <a:gd name="connsiteY1" fmla="*/ 663680 h 720001"/>
                <a:gd name="connsiteX2" fmla="*/ 295235 w 692417"/>
                <a:gd name="connsiteY2" fmla="*/ 663680 h 720001"/>
                <a:gd name="connsiteX3" fmla="*/ 397182 w 692417"/>
                <a:gd name="connsiteY3" fmla="*/ 663680 h 720001"/>
                <a:gd name="connsiteX4" fmla="*/ 452630 w 692417"/>
                <a:gd name="connsiteY4" fmla="*/ 663680 h 720001"/>
                <a:gd name="connsiteX5" fmla="*/ 494264 w 692417"/>
                <a:gd name="connsiteY5" fmla="*/ 663680 h 720001"/>
                <a:gd name="connsiteX6" fmla="*/ 522425 w 692417"/>
                <a:gd name="connsiteY6" fmla="*/ 691841 h 720001"/>
                <a:gd name="connsiteX7" fmla="*/ 494264 w 692417"/>
                <a:gd name="connsiteY7" fmla="*/ 720001 h 720001"/>
                <a:gd name="connsiteX8" fmla="*/ 452630 w 692417"/>
                <a:gd name="connsiteY8" fmla="*/ 720001 h 720001"/>
                <a:gd name="connsiteX9" fmla="*/ 397182 w 692417"/>
                <a:gd name="connsiteY9" fmla="*/ 720001 h 720001"/>
                <a:gd name="connsiteX10" fmla="*/ 295235 w 692417"/>
                <a:gd name="connsiteY10" fmla="*/ 720001 h 720001"/>
                <a:gd name="connsiteX11" fmla="*/ 239787 w 692417"/>
                <a:gd name="connsiteY11" fmla="*/ 720001 h 720001"/>
                <a:gd name="connsiteX12" fmla="*/ 198153 w 692417"/>
                <a:gd name="connsiteY12" fmla="*/ 720001 h 720001"/>
                <a:gd name="connsiteX13" fmla="*/ 169992 w 692417"/>
                <a:gd name="connsiteY13" fmla="*/ 691841 h 720001"/>
                <a:gd name="connsiteX14" fmla="*/ 198153 w 692417"/>
                <a:gd name="connsiteY14" fmla="*/ 663680 h 720001"/>
                <a:gd name="connsiteX15" fmla="*/ 154400 w 692417"/>
                <a:gd name="connsiteY15" fmla="*/ 572143 h 720001"/>
                <a:gd name="connsiteX16" fmla="*/ 154241 w 692417"/>
                <a:gd name="connsiteY16" fmla="*/ 572597 h 720001"/>
                <a:gd name="connsiteX17" fmla="*/ 160423 w 692417"/>
                <a:gd name="connsiteY17" fmla="*/ 572597 h 720001"/>
                <a:gd name="connsiteX18" fmla="*/ 346215 w 692417"/>
                <a:gd name="connsiteY18" fmla="*/ 0 h 720001"/>
                <a:gd name="connsiteX19" fmla="*/ 456041 w 692417"/>
                <a:gd name="connsiteY19" fmla="*/ 22341 h 720001"/>
                <a:gd name="connsiteX20" fmla="*/ 545873 w 692417"/>
                <a:gd name="connsiteY20" fmla="*/ 82980 h 720001"/>
                <a:gd name="connsiteX21" fmla="*/ 606513 w 692417"/>
                <a:gd name="connsiteY21" fmla="*/ 172812 h 720001"/>
                <a:gd name="connsiteX22" fmla="*/ 628853 w 692417"/>
                <a:gd name="connsiteY22" fmla="*/ 282638 h 720001"/>
                <a:gd name="connsiteX23" fmla="*/ 628853 w 692417"/>
                <a:gd name="connsiteY23" fmla="*/ 493091 h 720001"/>
                <a:gd name="connsiteX24" fmla="*/ 687990 w 692417"/>
                <a:gd name="connsiteY24" fmla="*/ 585551 h 720001"/>
                <a:gd name="connsiteX25" fmla="*/ 688929 w 692417"/>
                <a:gd name="connsiteY25" fmla="*/ 614275 h 720001"/>
                <a:gd name="connsiteX26" fmla="*/ 664336 w 692417"/>
                <a:gd name="connsiteY26" fmla="*/ 628918 h 720001"/>
                <a:gd name="connsiteX27" fmla="*/ 28189 w 692417"/>
                <a:gd name="connsiteY27" fmla="*/ 628918 h 720001"/>
                <a:gd name="connsiteX28" fmla="*/ 3596 w 692417"/>
                <a:gd name="connsiteY28" fmla="*/ 614462 h 720001"/>
                <a:gd name="connsiteX29" fmla="*/ 4159 w 692417"/>
                <a:gd name="connsiteY29" fmla="*/ 585927 h 720001"/>
                <a:gd name="connsiteX30" fmla="*/ 63578 w 692417"/>
                <a:gd name="connsiteY30" fmla="*/ 489336 h 720001"/>
                <a:gd name="connsiteX31" fmla="*/ 63578 w 692417"/>
                <a:gd name="connsiteY31" fmla="*/ 282638 h 720001"/>
                <a:gd name="connsiteX32" fmla="*/ 85919 w 692417"/>
                <a:gd name="connsiteY32" fmla="*/ 172812 h 720001"/>
                <a:gd name="connsiteX33" fmla="*/ 146558 w 692417"/>
                <a:gd name="connsiteY33" fmla="*/ 82980 h 720001"/>
                <a:gd name="connsiteX34" fmla="*/ 236389 w 692417"/>
                <a:gd name="connsiteY34" fmla="*/ 22341 h 720001"/>
                <a:gd name="connsiteX35" fmla="*/ 346215 w 692417"/>
                <a:gd name="connsiteY35" fmla="*/ 0 h 720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92417" h="720001">
                  <a:moveTo>
                    <a:pt x="198153" y="663680"/>
                  </a:moveTo>
                  <a:lnTo>
                    <a:pt x="239787" y="663680"/>
                  </a:lnTo>
                  <a:lnTo>
                    <a:pt x="295235" y="663680"/>
                  </a:lnTo>
                  <a:lnTo>
                    <a:pt x="397182" y="663680"/>
                  </a:lnTo>
                  <a:lnTo>
                    <a:pt x="452630" y="663680"/>
                  </a:lnTo>
                  <a:lnTo>
                    <a:pt x="494264" y="663680"/>
                  </a:lnTo>
                  <a:cubicBezTo>
                    <a:pt x="509847" y="663680"/>
                    <a:pt x="522425" y="676259"/>
                    <a:pt x="522425" y="691841"/>
                  </a:cubicBezTo>
                  <a:cubicBezTo>
                    <a:pt x="522425" y="707423"/>
                    <a:pt x="509753" y="720001"/>
                    <a:pt x="494264" y="720001"/>
                  </a:cubicBezTo>
                  <a:lnTo>
                    <a:pt x="452630" y="720001"/>
                  </a:lnTo>
                  <a:lnTo>
                    <a:pt x="397182" y="720001"/>
                  </a:lnTo>
                  <a:lnTo>
                    <a:pt x="295235" y="720001"/>
                  </a:lnTo>
                  <a:lnTo>
                    <a:pt x="239787" y="720001"/>
                  </a:lnTo>
                  <a:lnTo>
                    <a:pt x="198153" y="720001"/>
                  </a:lnTo>
                  <a:cubicBezTo>
                    <a:pt x="182571" y="720001"/>
                    <a:pt x="169992" y="707423"/>
                    <a:pt x="169992" y="691841"/>
                  </a:cubicBezTo>
                  <a:cubicBezTo>
                    <a:pt x="169992" y="676259"/>
                    <a:pt x="182571" y="663680"/>
                    <a:pt x="198153" y="663680"/>
                  </a:cubicBezTo>
                  <a:close/>
                  <a:moveTo>
                    <a:pt x="154400" y="572143"/>
                  </a:moveTo>
                  <a:lnTo>
                    <a:pt x="154241" y="572597"/>
                  </a:lnTo>
                  <a:lnTo>
                    <a:pt x="160423" y="572597"/>
                  </a:lnTo>
                  <a:close/>
                  <a:moveTo>
                    <a:pt x="346215" y="0"/>
                  </a:moveTo>
                  <a:cubicBezTo>
                    <a:pt x="384232" y="0"/>
                    <a:pt x="421122" y="7510"/>
                    <a:pt x="456041" y="22341"/>
                  </a:cubicBezTo>
                  <a:cubicBezTo>
                    <a:pt x="489646" y="36609"/>
                    <a:pt x="519872" y="57072"/>
                    <a:pt x="545873" y="82980"/>
                  </a:cubicBezTo>
                  <a:cubicBezTo>
                    <a:pt x="571875" y="108981"/>
                    <a:pt x="592245" y="139207"/>
                    <a:pt x="606513" y="172812"/>
                  </a:cubicBezTo>
                  <a:cubicBezTo>
                    <a:pt x="621344" y="207637"/>
                    <a:pt x="628853" y="244621"/>
                    <a:pt x="628853" y="282638"/>
                  </a:cubicBezTo>
                  <a:lnTo>
                    <a:pt x="628853" y="493091"/>
                  </a:lnTo>
                  <a:lnTo>
                    <a:pt x="687990" y="585551"/>
                  </a:lnTo>
                  <a:cubicBezTo>
                    <a:pt x="693528" y="594187"/>
                    <a:pt x="693904" y="605263"/>
                    <a:pt x="688929" y="614275"/>
                  </a:cubicBezTo>
                  <a:cubicBezTo>
                    <a:pt x="684048" y="623286"/>
                    <a:pt x="674567" y="628918"/>
                    <a:pt x="664336" y="628918"/>
                  </a:cubicBezTo>
                  <a:lnTo>
                    <a:pt x="28189" y="628918"/>
                  </a:lnTo>
                  <a:cubicBezTo>
                    <a:pt x="17958" y="628918"/>
                    <a:pt x="8571" y="623380"/>
                    <a:pt x="3596" y="614462"/>
                  </a:cubicBezTo>
                  <a:cubicBezTo>
                    <a:pt x="-1380" y="605545"/>
                    <a:pt x="-1192" y="594656"/>
                    <a:pt x="4159" y="585927"/>
                  </a:cubicBezTo>
                  <a:lnTo>
                    <a:pt x="63578" y="489336"/>
                  </a:lnTo>
                  <a:lnTo>
                    <a:pt x="63578" y="282638"/>
                  </a:lnTo>
                  <a:cubicBezTo>
                    <a:pt x="63578" y="244621"/>
                    <a:pt x="71087" y="207731"/>
                    <a:pt x="85919" y="172812"/>
                  </a:cubicBezTo>
                  <a:cubicBezTo>
                    <a:pt x="100186" y="139207"/>
                    <a:pt x="120650" y="108981"/>
                    <a:pt x="146558" y="82980"/>
                  </a:cubicBezTo>
                  <a:cubicBezTo>
                    <a:pt x="172465" y="56978"/>
                    <a:pt x="202785" y="36609"/>
                    <a:pt x="236389" y="22341"/>
                  </a:cubicBezTo>
                  <a:cubicBezTo>
                    <a:pt x="271214" y="7510"/>
                    <a:pt x="308199" y="0"/>
                    <a:pt x="346215" y="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306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179536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原型与便笺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爱设计-4">
            <a:extLst>
              <a:ext uri="{FF2B5EF4-FFF2-40B4-BE49-F238E27FC236}">
                <a16:creationId xmlns:a16="http://schemas.microsoft.com/office/drawing/2014/main" id="{FBF4208F-25CD-47FB-D367-BEDEAC4928B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8557" y="2103490"/>
            <a:ext cx="2651019" cy="26510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508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381000" sx="103000" sy="103000" algn="ctr" rotWithShape="0">
              <a:schemeClr val="accent1">
                <a:lumMod val="50000"/>
                <a:alpha val="20000"/>
              </a:schemeClr>
            </a:outerShdw>
          </a:effectLst>
        </p:spPr>
      </p:pic>
      <p:sp>
        <p:nvSpPr>
          <p:cNvPr id="3" name="爱设计-5">
            <a:extLst>
              <a:ext uri="{FF2B5EF4-FFF2-40B4-BE49-F238E27FC236}">
                <a16:creationId xmlns:a16="http://schemas.microsoft.com/office/drawing/2014/main" id="{F1EECF9D-B255-DD03-2A81-E53AA0CA26DA}"/>
              </a:ext>
            </a:extLst>
          </p:cNvPr>
          <p:cNvSpPr/>
          <p:nvPr/>
        </p:nvSpPr>
        <p:spPr>
          <a:xfrm>
            <a:off x="678367" y="1975520"/>
            <a:ext cx="394952" cy="394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0373BB22-98A2-1731-C1F4-7604B560DF59}"/>
              </a:ext>
            </a:extLst>
          </p:cNvPr>
          <p:cNvSpPr/>
          <p:nvPr/>
        </p:nvSpPr>
        <p:spPr>
          <a:xfrm>
            <a:off x="1462712" y="3987979"/>
            <a:ext cx="4336541" cy="16914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爱设计-7">
            <a:extLst>
              <a:ext uri="{FF2B5EF4-FFF2-40B4-BE49-F238E27FC236}">
                <a16:creationId xmlns:a16="http://schemas.microsoft.com/office/drawing/2014/main" id="{A55F36ED-336F-8694-BDFA-E8E8BAC821A1}"/>
              </a:ext>
            </a:extLst>
          </p:cNvPr>
          <p:cNvGrpSpPr/>
          <p:nvPr/>
        </p:nvGrpSpPr>
        <p:grpSpPr>
          <a:xfrm>
            <a:off x="1924241" y="4154493"/>
            <a:ext cx="3413484" cy="1281602"/>
            <a:chOff x="2181519" y="4322456"/>
            <a:chExt cx="3148971" cy="1182290"/>
          </a:xfrm>
        </p:grpSpPr>
        <p:sp>
          <p:nvSpPr>
            <p:cNvPr id="9" name="爱设计-7-1">
              <a:extLst>
                <a:ext uri="{FF2B5EF4-FFF2-40B4-BE49-F238E27FC236}">
                  <a16:creationId xmlns:a16="http://schemas.microsoft.com/office/drawing/2014/main" id="{CF2D42FA-F81C-A32C-6B19-3D27CFA863F2}"/>
                </a:ext>
              </a:extLst>
            </p:cNvPr>
            <p:cNvSpPr txBox="1"/>
            <p:nvPr/>
          </p:nvSpPr>
          <p:spPr>
            <a:xfrm>
              <a:off x="2191363" y="4661010"/>
              <a:ext cx="3139127" cy="8437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300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latin typeface="+mn-ea"/>
                  <a:cs typeface="OPPOSans R" panose="00020600040101010101" pitchFamily="18" charset="-122"/>
                </a:rPr>
                <a:t>原型是你可以在忽略细节的情况下，考虑项目走流程，主要使用场景，他们是否正确，是否可行。通常也可以用用于演示</a:t>
              </a:r>
            </a:p>
          </p:txBody>
        </p:sp>
        <p:sp>
          <p:nvSpPr>
            <p:cNvPr id="10" name="爱设计-7-2">
              <a:extLst>
                <a:ext uri="{FF2B5EF4-FFF2-40B4-BE49-F238E27FC236}">
                  <a16:creationId xmlns:a16="http://schemas.microsoft.com/office/drawing/2014/main" id="{AC7EA28C-C1AE-D4B5-DA8C-9BE974BEA660}"/>
                </a:ext>
              </a:extLst>
            </p:cNvPr>
            <p:cNvSpPr txBox="1"/>
            <p:nvPr/>
          </p:nvSpPr>
          <p:spPr>
            <a:xfrm>
              <a:off x="2181519" y="4322456"/>
              <a:ext cx="2469729" cy="340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dirty="0">
                  <a:solidFill>
                    <a:schemeClr val="bg1"/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什么是原型</a:t>
              </a:r>
            </a:p>
          </p:txBody>
        </p:sp>
      </p:grpSp>
      <p:pic>
        <p:nvPicPr>
          <p:cNvPr id="11" name="爱设计-8">
            <a:extLst>
              <a:ext uri="{FF2B5EF4-FFF2-40B4-BE49-F238E27FC236}">
                <a16:creationId xmlns:a16="http://schemas.microsoft.com/office/drawing/2014/main" id="{F2E392DC-1248-7782-8AED-6148D1461E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0057" y="2103490"/>
            <a:ext cx="2651019" cy="265101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508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381000" sx="103000" sy="103000" algn="ctr" rotWithShape="0">
              <a:schemeClr val="accent1">
                <a:lumMod val="50000"/>
                <a:alpha val="20000"/>
              </a:schemeClr>
            </a:outerShdw>
          </a:effectLst>
        </p:spPr>
      </p:pic>
      <p:sp>
        <p:nvSpPr>
          <p:cNvPr id="12" name="爱设计-9">
            <a:extLst>
              <a:ext uri="{FF2B5EF4-FFF2-40B4-BE49-F238E27FC236}">
                <a16:creationId xmlns:a16="http://schemas.microsoft.com/office/drawing/2014/main" id="{FB9B66A3-3474-FBE1-F10E-F39F39D6B39A}"/>
              </a:ext>
            </a:extLst>
          </p:cNvPr>
          <p:cNvSpPr/>
          <p:nvPr/>
        </p:nvSpPr>
        <p:spPr>
          <a:xfrm>
            <a:off x="6500127" y="1975520"/>
            <a:ext cx="394952" cy="394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爱设计-10">
            <a:extLst>
              <a:ext uri="{FF2B5EF4-FFF2-40B4-BE49-F238E27FC236}">
                <a16:creationId xmlns:a16="http://schemas.microsoft.com/office/drawing/2014/main" id="{A930029B-C0D9-0597-161C-7D564AF13412}"/>
              </a:ext>
            </a:extLst>
          </p:cNvPr>
          <p:cNvSpPr/>
          <p:nvPr/>
        </p:nvSpPr>
        <p:spPr>
          <a:xfrm>
            <a:off x="7177091" y="3987979"/>
            <a:ext cx="4336541" cy="1691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爱设计-11">
            <a:extLst>
              <a:ext uri="{FF2B5EF4-FFF2-40B4-BE49-F238E27FC236}">
                <a16:creationId xmlns:a16="http://schemas.microsoft.com/office/drawing/2014/main" id="{2E1ACCB7-4A0D-E470-239B-EAE03FA86F83}"/>
              </a:ext>
            </a:extLst>
          </p:cNvPr>
          <p:cNvSpPr txBox="1"/>
          <p:nvPr/>
        </p:nvSpPr>
        <p:spPr>
          <a:xfrm>
            <a:off x="7649291" y="4521484"/>
            <a:ext cx="3402813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+mn-ea"/>
                <a:cs typeface="OPPOSans R" panose="00020600040101010101" pitchFamily="18" charset="-122"/>
              </a:rPr>
              <a:t>原型制作是一种学习经验，其价值并不在于所产生的代码，而在于所学到的经验教训。那才是原型制作的要点所在。</a:t>
            </a:r>
          </a:p>
        </p:txBody>
      </p:sp>
      <p:sp>
        <p:nvSpPr>
          <p:cNvPr id="15" name="爱设计-12">
            <a:extLst>
              <a:ext uri="{FF2B5EF4-FFF2-40B4-BE49-F238E27FC236}">
                <a16:creationId xmlns:a16="http://schemas.microsoft.com/office/drawing/2014/main" id="{98C2A978-5819-79C5-52E7-9F7711D0282B}"/>
              </a:ext>
            </a:extLst>
          </p:cNvPr>
          <p:cNvSpPr txBox="1"/>
          <p:nvPr/>
        </p:nvSpPr>
        <p:spPr>
          <a:xfrm>
            <a:off x="7638620" y="4154492"/>
            <a:ext cx="2677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solidFill>
                  <a:schemeClr val="bg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原型制作的经验</a:t>
            </a:r>
          </a:p>
        </p:txBody>
      </p:sp>
    </p:spTree>
    <p:extLst>
      <p:ext uri="{BB962C8B-B14F-4D97-AF65-F5344CB8AC3E}">
        <p14:creationId xmlns:p14="http://schemas.microsoft.com/office/powerpoint/2010/main" val="4375635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51350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程序员好书推荐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Good Book Recommendation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爱设计-4">
            <a:extLst>
              <a:ext uri="{FF2B5EF4-FFF2-40B4-BE49-F238E27FC236}">
                <a16:creationId xmlns:a16="http://schemas.microsoft.com/office/drawing/2014/main" id="{BCE02E05-7023-4B3C-D06D-F1249377CDA6}"/>
              </a:ext>
            </a:extLst>
          </p:cNvPr>
          <p:cNvSpPr/>
          <p:nvPr/>
        </p:nvSpPr>
        <p:spPr>
          <a:xfrm>
            <a:off x="977902" y="5128205"/>
            <a:ext cx="10261598" cy="1299374"/>
          </a:xfrm>
          <a:prstGeom prst="ellipse">
            <a:avLst/>
          </a:prstGeom>
          <a:noFill/>
          <a:ln w="47625" cap="flat" cmpd="sng" algn="ctr">
            <a:gradFill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>
                    <a:alpha val="86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" name="爱设计-5">
            <a:extLst>
              <a:ext uri="{FF2B5EF4-FFF2-40B4-BE49-F238E27FC236}">
                <a16:creationId xmlns:a16="http://schemas.microsoft.com/office/drawing/2014/main" id="{C680EAE9-D80C-7EF0-2301-E38086733DD7}"/>
              </a:ext>
            </a:extLst>
          </p:cNvPr>
          <p:cNvSpPr/>
          <p:nvPr/>
        </p:nvSpPr>
        <p:spPr>
          <a:xfrm>
            <a:off x="838201" y="4900965"/>
            <a:ext cx="10541000" cy="1334754"/>
          </a:xfrm>
          <a:prstGeom prst="ellipse">
            <a:avLst/>
          </a:prstGeom>
          <a:noFill/>
          <a:ln w="47625" cap="flat" cmpd="sng" algn="ctr">
            <a:gradFill>
              <a:gsLst>
                <a:gs pos="26000">
                  <a:schemeClr val="accent1">
                    <a:alpha val="0"/>
                  </a:schemeClr>
                </a:gs>
                <a:gs pos="100000">
                  <a:schemeClr val="accent1">
                    <a:alpha val="86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A538B006-04AA-BB17-EEA2-617D6ADD85A4}"/>
              </a:ext>
            </a:extLst>
          </p:cNvPr>
          <p:cNvSpPr/>
          <p:nvPr/>
        </p:nvSpPr>
        <p:spPr>
          <a:xfrm>
            <a:off x="5048726" y="3174163"/>
            <a:ext cx="2094551" cy="2883737"/>
          </a:xfrm>
          <a:prstGeom prst="rect">
            <a:avLst/>
          </a:prstGeom>
          <a:gradFill>
            <a:gsLst>
              <a:gs pos="0">
                <a:schemeClr val="accent1">
                  <a:alpha val="1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28575" cap="flat" cmpd="sng" algn="ctr">
            <a:gradFill>
              <a:gsLst>
                <a:gs pos="0">
                  <a:schemeClr val="accent1">
                    <a:alpha val="7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FAA15664-94F9-AA3B-106D-2D3A7AB48794}"/>
              </a:ext>
            </a:extLst>
          </p:cNvPr>
          <p:cNvSpPr/>
          <p:nvPr/>
        </p:nvSpPr>
        <p:spPr>
          <a:xfrm>
            <a:off x="4943244" y="3067050"/>
            <a:ext cx="2305515" cy="2703500"/>
          </a:xfrm>
          <a:prstGeom prst="rect">
            <a:avLst/>
          </a:prstGeom>
          <a:noFill/>
          <a:ln w="12700" cap="flat" cmpd="sng" algn="ctr"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5D1773D9-8528-ADBF-259B-4A68191FBEA2}"/>
              </a:ext>
            </a:extLst>
          </p:cNvPr>
          <p:cNvSpPr txBox="1"/>
          <p:nvPr/>
        </p:nvSpPr>
        <p:spPr>
          <a:xfrm>
            <a:off x="5237948" y="4076876"/>
            <a:ext cx="1716107" cy="118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作者为人们管理复杂项目提供了最具洞察力的见解，既有很多发人深省的观点，又有大量软件工程的实践。</a:t>
            </a:r>
          </a:p>
        </p:txBody>
      </p:sp>
      <p:sp>
        <p:nvSpPr>
          <p:cNvPr id="10" name="爱设计-9">
            <a:extLst>
              <a:ext uri="{FF2B5EF4-FFF2-40B4-BE49-F238E27FC236}">
                <a16:creationId xmlns:a16="http://schemas.microsoft.com/office/drawing/2014/main" id="{C5586233-8982-DE62-4F36-F060CD58BA41}"/>
              </a:ext>
            </a:extLst>
          </p:cNvPr>
          <p:cNvSpPr txBox="1"/>
          <p:nvPr/>
        </p:nvSpPr>
        <p:spPr>
          <a:xfrm>
            <a:off x="5465057" y="3735687"/>
            <a:ext cx="1261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《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人月神话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》</a:t>
            </a:r>
          </a:p>
        </p:txBody>
      </p:sp>
      <p:sp>
        <p:nvSpPr>
          <p:cNvPr id="11" name="爱设计-10">
            <a:extLst>
              <a:ext uri="{FF2B5EF4-FFF2-40B4-BE49-F238E27FC236}">
                <a16:creationId xmlns:a16="http://schemas.microsoft.com/office/drawing/2014/main" id="{5F6D70D4-0F22-D9F9-3E9A-69F9D5F575D1}"/>
              </a:ext>
            </a:extLst>
          </p:cNvPr>
          <p:cNvSpPr/>
          <p:nvPr/>
        </p:nvSpPr>
        <p:spPr>
          <a:xfrm>
            <a:off x="3175559" y="3526090"/>
            <a:ext cx="1880108" cy="2320285"/>
          </a:xfrm>
          <a:prstGeom prst="rect">
            <a:avLst/>
          </a:prstGeom>
          <a:gradFill>
            <a:gsLst>
              <a:gs pos="0">
                <a:schemeClr val="accent1">
                  <a:alpha val="1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15875" cap="flat" cmpd="sng" algn="ctr">
            <a:gradFill>
              <a:gsLst>
                <a:gs pos="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2" name="爱设计-11">
            <a:extLst>
              <a:ext uri="{FF2B5EF4-FFF2-40B4-BE49-F238E27FC236}">
                <a16:creationId xmlns:a16="http://schemas.microsoft.com/office/drawing/2014/main" id="{2C598087-E791-80BC-4908-643F8CDE6316}"/>
              </a:ext>
            </a:extLst>
          </p:cNvPr>
          <p:cNvSpPr/>
          <p:nvPr/>
        </p:nvSpPr>
        <p:spPr>
          <a:xfrm>
            <a:off x="3080001" y="3411542"/>
            <a:ext cx="1975666" cy="2207175"/>
          </a:xfrm>
          <a:custGeom>
            <a:avLst/>
            <a:gdLst>
              <a:gd name="connsiteX0" fmla="*/ 1470660 w 1470660"/>
              <a:gd name="connsiteY0" fmla="*/ 0 h 1844040"/>
              <a:gd name="connsiteX1" fmla="*/ 0 w 1470660"/>
              <a:gd name="connsiteY1" fmla="*/ 0 h 1844040"/>
              <a:gd name="connsiteX2" fmla="*/ 0 w 1470660"/>
              <a:gd name="connsiteY2" fmla="*/ 1844040 h 184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660" h="1844040">
                <a:moveTo>
                  <a:pt x="1470660" y="0"/>
                </a:moveTo>
                <a:lnTo>
                  <a:pt x="0" y="0"/>
                </a:lnTo>
                <a:lnTo>
                  <a:pt x="0" y="1844040"/>
                </a:lnTo>
              </a:path>
            </a:pathLst>
          </a:custGeom>
          <a:noFill/>
          <a:ln w="12700" cap="flat" cmpd="sng" algn="ctr"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3" name="爱设计-12">
            <a:extLst>
              <a:ext uri="{FF2B5EF4-FFF2-40B4-BE49-F238E27FC236}">
                <a16:creationId xmlns:a16="http://schemas.microsoft.com/office/drawing/2014/main" id="{8EE49323-B677-385E-645B-EFDBF8AC41B9}"/>
              </a:ext>
            </a:extLst>
          </p:cNvPr>
          <p:cNvSpPr txBox="1"/>
          <p:nvPr/>
        </p:nvSpPr>
        <p:spPr>
          <a:xfrm>
            <a:off x="3241862" y="4269010"/>
            <a:ext cx="1679100" cy="1411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设计模式领域公认的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 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本经典著作之一，也是我们国内程序员写的一本书，趣味化十足，读起来也非常容易理解。</a:t>
            </a:r>
          </a:p>
        </p:txBody>
      </p:sp>
      <p:sp>
        <p:nvSpPr>
          <p:cNvPr id="14" name="爱设计-13">
            <a:extLst>
              <a:ext uri="{FF2B5EF4-FFF2-40B4-BE49-F238E27FC236}">
                <a16:creationId xmlns:a16="http://schemas.microsoft.com/office/drawing/2014/main" id="{D84D85F9-C067-782A-3C37-E3A01864AEB1}"/>
              </a:ext>
            </a:extLst>
          </p:cNvPr>
          <p:cNvSpPr txBox="1"/>
          <p:nvPr/>
        </p:nvSpPr>
        <p:spPr>
          <a:xfrm>
            <a:off x="3270933" y="3927821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《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设计模式之禅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》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15" name="爱设计-14">
            <a:extLst>
              <a:ext uri="{FF2B5EF4-FFF2-40B4-BE49-F238E27FC236}">
                <a16:creationId xmlns:a16="http://schemas.microsoft.com/office/drawing/2014/main" id="{D38E6568-3085-6E98-BC15-5630F405C42C}"/>
              </a:ext>
            </a:extLst>
          </p:cNvPr>
          <p:cNvSpPr/>
          <p:nvPr/>
        </p:nvSpPr>
        <p:spPr>
          <a:xfrm flipH="1">
            <a:off x="7136335" y="3526090"/>
            <a:ext cx="1880108" cy="2320285"/>
          </a:xfrm>
          <a:prstGeom prst="rect">
            <a:avLst/>
          </a:prstGeom>
          <a:gradFill>
            <a:gsLst>
              <a:gs pos="0">
                <a:schemeClr val="accent1">
                  <a:alpha val="1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15875" cap="flat" cmpd="sng" algn="ctr">
            <a:gradFill>
              <a:gsLst>
                <a:gs pos="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6" name="爱设计-15">
            <a:extLst>
              <a:ext uri="{FF2B5EF4-FFF2-40B4-BE49-F238E27FC236}">
                <a16:creationId xmlns:a16="http://schemas.microsoft.com/office/drawing/2014/main" id="{E600370F-F825-C2E0-D62B-A766BFC3C57C}"/>
              </a:ext>
            </a:extLst>
          </p:cNvPr>
          <p:cNvSpPr/>
          <p:nvPr/>
        </p:nvSpPr>
        <p:spPr>
          <a:xfrm flipH="1">
            <a:off x="7136335" y="3411542"/>
            <a:ext cx="1975666" cy="2207175"/>
          </a:xfrm>
          <a:custGeom>
            <a:avLst/>
            <a:gdLst>
              <a:gd name="connsiteX0" fmla="*/ 1470660 w 1470660"/>
              <a:gd name="connsiteY0" fmla="*/ 0 h 1844040"/>
              <a:gd name="connsiteX1" fmla="*/ 0 w 1470660"/>
              <a:gd name="connsiteY1" fmla="*/ 0 h 1844040"/>
              <a:gd name="connsiteX2" fmla="*/ 0 w 1470660"/>
              <a:gd name="connsiteY2" fmla="*/ 1844040 h 184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660" h="1844040">
                <a:moveTo>
                  <a:pt x="1470660" y="0"/>
                </a:moveTo>
                <a:lnTo>
                  <a:pt x="0" y="0"/>
                </a:lnTo>
                <a:lnTo>
                  <a:pt x="0" y="1844040"/>
                </a:lnTo>
              </a:path>
            </a:pathLst>
          </a:custGeom>
          <a:noFill/>
          <a:ln w="12700" cap="flat" cmpd="sng" algn="ctr"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爱设计-16">
            <a:extLst>
              <a:ext uri="{FF2B5EF4-FFF2-40B4-BE49-F238E27FC236}">
                <a16:creationId xmlns:a16="http://schemas.microsoft.com/office/drawing/2014/main" id="{8B5D0B63-057C-EB75-CC00-464789D970B1}"/>
              </a:ext>
            </a:extLst>
          </p:cNvPr>
          <p:cNvSpPr txBox="1"/>
          <p:nvPr/>
        </p:nvSpPr>
        <p:spPr>
          <a:xfrm flipH="1">
            <a:off x="7271040" y="4269010"/>
            <a:ext cx="1679100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记得作者在前言中说过一句话：“一次不要读太多，一章足矣。”</a:t>
            </a:r>
          </a:p>
        </p:txBody>
      </p:sp>
      <p:sp>
        <p:nvSpPr>
          <p:cNvPr id="18" name="爱设计-17">
            <a:extLst>
              <a:ext uri="{FF2B5EF4-FFF2-40B4-BE49-F238E27FC236}">
                <a16:creationId xmlns:a16="http://schemas.microsoft.com/office/drawing/2014/main" id="{7453B28A-A61C-17C2-8760-5A1AB89CB38B}"/>
              </a:ext>
            </a:extLst>
          </p:cNvPr>
          <p:cNvSpPr txBox="1"/>
          <p:nvPr/>
        </p:nvSpPr>
        <p:spPr>
          <a:xfrm flipH="1">
            <a:off x="7479649" y="3927821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《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编程珠玑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》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19" name="爱设计-18">
            <a:extLst>
              <a:ext uri="{FF2B5EF4-FFF2-40B4-BE49-F238E27FC236}">
                <a16:creationId xmlns:a16="http://schemas.microsoft.com/office/drawing/2014/main" id="{3B4150BC-F759-91F4-A175-07184969A8DB}"/>
              </a:ext>
            </a:extLst>
          </p:cNvPr>
          <p:cNvSpPr/>
          <p:nvPr/>
        </p:nvSpPr>
        <p:spPr>
          <a:xfrm>
            <a:off x="1290035" y="3738672"/>
            <a:ext cx="1880108" cy="1985170"/>
          </a:xfrm>
          <a:prstGeom prst="rect">
            <a:avLst/>
          </a:prstGeom>
          <a:gradFill>
            <a:gsLst>
              <a:gs pos="0">
                <a:schemeClr val="accent1">
                  <a:alpha val="1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15875" cap="flat" cmpd="sng" algn="ctr">
            <a:gradFill>
              <a:gsLst>
                <a:gs pos="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0" name="爱设计-19">
            <a:extLst>
              <a:ext uri="{FF2B5EF4-FFF2-40B4-BE49-F238E27FC236}">
                <a16:creationId xmlns:a16="http://schemas.microsoft.com/office/drawing/2014/main" id="{29C60AA5-6BDB-D41B-8B8D-FAE17792662F}"/>
              </a:ext>
            </a:extLst>
          </p:cNvPr>
          <p:cNvSpPr/>
          <p:nvPr/>
        </p:nvSpPr>
        <p:spPr>
          <a:xfrm>
            <a:off x="1194477" y="3624124"/>
            <a:ext cx="1975666" cy="2207174"/>
          </a:xfrm>
          <a:custGeom>
            <a:avLst/>
            <a:gdLst>
              <a:gd name="connsiteX0" fmla="*/ 1470660 w 1470660"/>
              <a:gd name="connsiteY0" fmla="*/ 0 h 1844040"/>
              <a:gd name="connsiteX1" fmla="*/ 0 w 1470660"/>
              <a:gd name="connsiteY1" fmla="*/ 0 h 1844040"/>
              <a:gd name="connsiteX2" fmla="*/ 0 w 1470660"/>
              <a:gd name="connsiteY2" fmla="*/ 1844040 h 184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660" h="1844040">
                <a:moveTo>
                  <a:pt x="1470660" y="0"/>
                </a:moveTo>
                <a:lnTo>
                  <a:pt x="0" y="0"/>
                </a:lnTo>
                <a:lnTo>
                  <a:pt x="0" y="1844040"/>
                </a:lnTo>
              </a:path>
            </a:pathLst>
          </a:custGeom>
          <a:noFill/>
          <a:ln w="12700" cap="flat" cmpd="sng" algn="ctr"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1" name="爱设计-20">
            <a:extLst>
              <a:ext uri="{FF2B5EF4-FFF2-40B4-BE49-F238E27FC236}">
                <a16:creationId xmlns:a16="http://schemas.microsoft.com/office/drawing/2014/main" id="{5D48230E-E4C8-C906-704A-D965C0492EFE}"/>
              </a:ext>
            </a:extLst>
          </p:cNvPr>
          <p:cNvSpPr txBox="1"/>
          <p:nvPr/>
        </p:nvSpPr>
        <p:spPr>
          <a:xfrm>
            <a:off x="1356338" y="4481592"/>
            <a:ext cx="1679100" cy="118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如何写出整洁的代码呢？代码简单直接，不仅能够提高代码的效率，还能够让阅读代码的人赏心悦目。</a:t>
            </a:r>
          </a:p>
        </p:txBody>
      </p:sp>
      <p:sp>
        <p:nvSpPr>
          <p:cNvPr id="22" name="爱设计-21">
            <a:extLst>
              <a:ext uri="{FF2B5EF4-FFF2-40B4-BE49-F238E27FC236}">
                <a16:creationId xmlns:a16="http://schemas.microsoft.com/office/drawing/2014/main" id="{E7FD3E97-CC5A-DDFC-0A9F-743F9A469AA8}"/>
              </a:ext>
            </a:extLst>
          </p:cNvPr>
          <p:cNvSpPr txBox="1"/>
          <p:nvPr/>
        </p:nvSpPr>
        <p:spPr>
          <a:xfrm>
            <a:off x="1385409" y="4140403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《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代码整洁之道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》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23" name="爱设计-22">
            <a:extLst>
              <a:ext uri="{FF2B5EF4-FFF2-40B4-BE49-F238E27FC236}">
                <a16:creationId xmlns:a16="http://schemas.microsoft.com/office/drawing/2014/main" id="{08AC67F0-7176-879A-EFCB-4E76DF268212}"/>
              </a:ext>
            </a:extLst>
          </p:cNvPr>
          <p:cNvSpPr/>
          <p:nvPr/>
        </p:nvSpPr>
        <p:spPr>
          <a:xfrm flipH="1">
            <a:off x="9021858" y="3738672"/>
            <a:ext cx="1880108" cy="1985170"/>
          </a:xfrm>
          <a:prstGeom prst="rect">
            <a:avLst/>
          </a:prstGeom>
          <a:gradFill>
            <a:gsLst>
              <a:gs pos="0">
                <a:schemeClr val="accent1">
                  <a:alpha val="18000"/>
                </a:schemeClr>
              </a:gs>
              <a:gs pos="100000">
                <a:schemeClr val="accent1">
                  <a:alpha val="0"/>
                </a:schemeClr>
              </a:gs>
            </a:gsLst>
            <a:lin ang="5400000" scaled="1"/>
          </a:gradFill>
          <a:ln w="15875" cap="flat" cmpd="sng" algn="ctr">
            <a:gradFill>
              <a:gsLst>
                <a:gs pos="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4" name="爱设计-23">
            <a:extLst>
              <a:ext uri="{FF2B5EF4-FFF2-40B4-BE49-F238E27FC236}">
                <a16:creationId xmlns:a16="http://schemas.microsoft.com/office/drawing/2014/main" id="{13CC8F37-1AFA-6BBD-9842-DC0DEB114F05}"/>
              </a:ext>
            </a:extLst>
          </p:cNvPr>
          <p:cNvSpPr/>
          <p:nvPr/>
        </p:nvSpPr>
        <p:spPr>
          <a:xfrm flipH="1">
            <a:off x="9021858" y="3624124"/>
            <a:ext cx="1975666" cy="2207174"/>
          </a:xfrm>
          <a:custGeom>
            <a:avLst/>
            <a:gdLst>
              <a:gd name="connsiteX0" fmla="*/ 1470660 w 1470660"/>
              <a:gd name="connsiteY0" fmla="*/ 0 h 1844040"/>
              <a:gd name="connsiteX1" fmla="*/ 0 w 1470660"/>
              <a:gd name="connsiteY1" fmla="*/ 0 h 1844040"/>
              <a:gd name="connsiteX2" fmla="*/ 0 w 1470660"/>
              <a:gd name="connsiteY2" fmla="*/ 1844040 h 1844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0660" h="1844040">
                <a:moveTo>
                  <a:pt x="1470660" y="0"/>
                </a:moveTo>
                <a:lnTo>
                  <a:pt x="0" y="0"/>
                </a:lnTo>
                <a:lnTo>
                  <a:pt x="0" y="1844040"/>
                </a:lnTo>
              </a:path>
            </a:pathLst>
          </a:custGeom>
          <a:noFill/>
          <a:ln w="12700" cap="flat" cmpd="sng" algn="ctr">
            <a:gradFill>
              <a:gsLst>
                <a:gs pos="0">
                  <a:schemeClr val="accent1">
                    <a:alpha val="6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  <a:prstDash val="sysDash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5" name="爱设计-24">
            <a:extLst>
              <a:ext uri="{FF2B5EF4-FFF2-40B4-BE49-F238E27FC236}">
                <a16:creationId xmlns:a16="http://schemas.microsoft.com/office/drawing/2014/main" id="{F7B51478-D3A2-F6D4-C52B-37DE6A2F64CE}"/>
              </a:ext>
            </a:extLst>
          </p:cNvPr>
          <p:cNvSpPr txBox="1"/>
          <p:nvPr/>
        </p:nvSpPr>
        <p:spPr>
          <a:xfrm flipH="1">
            <a:off x="9156563" y="4481592"/>
            <a:ext cx="1679100" cy="1411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这是一本能引发技术人思考的佳作，真正意义上的黑客精神、创业、编程语言，是这本技术散文集的三个主题。</a:t>
            </a:r>
          </a:p>
        </p:txBody>
      </p:sp>
      <p:sp>
        <p:nvSpPr>
          <p:cNvPr id="26" name="爱设计-25">
            <a:extLst>
              <a:ext uri="{FF2B5EF4-FFF2-40B4-BE49-F238E27FC236}">
                <a16:creationId xmlns:a16="http://schemas.microsoft.com/office/drawing/2014/main" id="{2770FD1A-6F82-3A31-AFED-2F07431145A2}"/>
              </a:ext>
            </a:extLst>
          </p:cNvPr>
          <p:cNvSpPr txBox="1"/>
          <p:nvPr/>
        </p:nvSpPr>
        <p:spPr>
          <a:xfrm flipH="1">
            <a:off x="9275404" y="4140403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《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黑客与画家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》</a:t>
            </a:r>
          </a:p>
        </p:txBody>
      </p:sp>
      <p:sp>
        <p:nvSpPr>
          <p:cNvPr id="27" name="爱设计-26">
            <a:extLst>
              <a:ext uri="{FF2B5EF4-FFF2-40B4-BE49-F238E27FC236}">
                <a16:creationId xmlns:a16="http://schemas.microsoft.com/office/drawing/2014/main" id="{2C4E6100-20CE-15FA-B444-379E4724C112}"/>
              </a:ext>
            </a:extLst>
          </p:cNvPr>
          <p:cNvSpPr txBox="1"/>
          <p:nvPr/>
        </p:nvSpPr>
        <p:spPr>
          <a:xfrm>
            <a:off x="660400" y="1491031"/>
            <a:ext cx="10858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怎样花两年时间去</a:t>
            </a:r>
            <a:r>
              <a:rPr lang="zh-CN" altLang="en-US" sz="2800" dirty="0">
                <a:solidFill>
                  <a:schemeClr val="accent2"/>
                </a:solidFill>
                <a:latin typeface="+mj-ea"/>
                <a:ea typeface="+mj-ea"/>
              </a:rPr>
              <a:t>面试一个人</a:t>
            </a:r>
            <a:r>
              <a:rPr lang="en-US" altLang="zh-CN" sz="2800" dirty="0">
                <a:solidFill>
                  <a:schemeClr val="accent2"/>
                </a:solidFill>
                <a:latin typeface="+mj-ea"/>
                <a:ea typeface="+mj-ea"/>
              </a:rPr>
              <a:t>.</a:t>
            </a:r>
          </a:p>
        </p:txBody>
      </p:sp>
      <p:sp>
        <p:nvSpPr>
          <p:cNvPr id="28" name="爱设计-27">
            <a:extLst>
              <a:ext uri="{FF2B5EF4-FFF2-40B4-BE49-F238E27FC236}">
                <a16:creationId xmlns:a16="http://schemas.microsoft.com/office/drawing/2014/main" id="{EA1CF42E-4162-EE8A-8BD4-35D223F7D7F2}"/>
              </a:ext>
            </a:extLst>
          </p:cNvPr>
          <p:cNvSpPr txBox="1"/>
          <p:nvPr/>
        </p:nvSpPr>
        <p:spPr>
          <a:xfrm>
            <a:off x="660400" y="2030920"/>
            <a:ext cx="10858500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中国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IT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大学教育当中要求要学的书，和企业真正需要你去读的书相比，不是完全不够用，就是写的不够好，</a:t>
            </a:r>
            <a:b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</a:b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或者更悲剧的就是根本用不上，所以在这个大背景下出来的牛人都是自己淘书自己学的。</a:t>
            </a:r>
          </a:p>
        </p:txBody>
      </p:sp>
    </p:spTree>
    <p:extLst>
      <p:ext uri="{BB962C8B-B14F-4D97-AF65-F5344CB8AC3E}">
        <p14:creationId xmlns:p14="http://schemas.microsoft.com/office/powerpoint/2010/main" val="3051502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爱设计-1">
            <a:extLst>
              <a:ext uri="{FF2B5EF4-FFF2-40B4-BE49-F238E27FC236}">
                <a16:creationId xmlns:a16="http://schemas.microsoft.com/office/drawing/2014/main" id="{92A08731-0D53-3EA0-2F7C-94BFA7EF44A0}"/>
              </a:ext>
            </a:extLst>
          </p:cNvPr>
          <p:cNvGrpSpPr/>
          <p:nvPr/>
        </p:nvGrpSpPr>
        <p:grpSpPr>
          <a:xfrm>
            <a:off x="539536" y="1599120"/>
            <a:ext cx="4957024" cy="2923390"/>
            <a:chOff x="8035516" y="1841029"/>
            <a:chExt cx="4957024" cy="2923390"/>
          </a:xfrm>
        </p:grpSpPr>
        <p:sp>
          <p:nvSpPr>
            <p:cNvPr id="13" name="爱设计-1-1">
              <a:extLst>
                <a:ext uri="{FF2B5EF4-FFF2-40B4-BE49-F238E27FC236}">
                  <a16:creationId xmlns:a16="http://schemas.microsoft.com/office/drawing/2014/main" id="{F0EA1DC2-04FE-B46F-32E3-50C17BC7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35517" y="3524339"/>
              <a:ext cx="4339650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540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后期工作展望</a:t>
              </a:r>
            </a:p>
          </p:txBody>
        </p:sp>
        <p:sp>
          <p:nvSpPr>
            <p:cNvPr id="14" name="爱设计-1-2">
              <a:extLst>
                <a:ext uri="{FF2B5EF4-FFF2-40B4-BE49-F238E27FC236}">
                  <a16:creationId xmlns:a16="http://schemas.microsoft.com/office/drawing/2014/main" id="{37A24F5B-48D5-81CB-DAE5-0F43684DF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81880" y="4385168"/>
              <a:ext cx="4910660" cy="3792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0477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dist">
                <a:lnSpc>
                  <a:spcPct val="150000"/>
                </a:lnSpc>
              </a:pPr>
              <a:r>
                <a:rPr lang="en-US" altLang="zh-CN" sz="1320" dirty="0">
                  <a:solidFill>
                    <a:srgbClr val="595959"/>
                  </a:solidFill>
                  <a:latin typeface="+mn-ea"/>
                  <a:ea typeface="+mn-ea"/>
                  <a:sym typeface="华文细黑" panose="02010600040101010101" pitchFamily="2" charset="-122"/>
                </a:rPr>
                <a:t>Become An Effective Programmer</a:t>
              </a:r>
            </a:p>
          </p:txBody>
        </p:sp>
        <p:sp>
          <p:nvSpPr>
            <p:cNvPr id="15" name="爱设计-1-3">
              <a:extLst>
                <a:ext uri="{FF2B5EF4-FFF2-40B4-BE49-F238E27FC236}">
                  <a16:creationId xmlns:a16="http://schemas.microsoft.com/office/drawing/2014/main" id="{FFADFBCD-9FB5-86EA-DFF5-EDE05B6F0A0D}"/>
                </a:ext>
              </a:extLst>
            </p:cNvPr>
            <p:cNvSpPr>
              <a:spLocks/>
            </p:cNvSpPr>
            <p:nvPr/>
          </p:nvSpPr>
          <p:spPr bwMode="auto">
            <a:xfrm rot="10800000" flipV="1">
              <a:off x="8035516" y="1841029"/>
              <a:ext cx="3991701" cy="1215051"/>
            </a:xfrm>
            <a:prstGeom prst="rect">
              <a:avLst/>
            </a:prstGeom>
            <a:noFill/>
            <a:ln w="28575">
              <a:noFill/>
            </a:ln>
            <a:effectLst/>
          </p:spPr>
          <p:txBody>
            <a:bodyPr anchor="ctr"/>
            <a:lstStyle/>
            <a:p>
              <a:pPr>
                <a:defRPr/>
              </a:pPr>
              <a:r>
                <a:rPr lang="en-US" altLang="zh-CN" sz="594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PART-</a:t>
              </a:r>
              <a:r>
                <a:rPr lang="en-US" altLang="zh-CN" sz="5940" dirty="0">
                  <a:solidFill>
                    <a:schemeClr val="accent1"/>
                  </a:solidFill>
                  <a:latin typeface="+mj-ea"/>
                  <a:ea typeface="+mj-ea"/>
                  <a:sym typeface="华文细黑" panose="02010600040101010101" pitchFamily="2" charset="-122"/>
                </a:rPr>
                <a:t>04</a:t>
              </a:r>
              <a:endParaRPr lang="zh-CN" altLang="en-US" sz="5940" dirty="0">
                <a:solidFill>
                  <a:schemeClr val="accent1"/>
                </a:solidFill>
                <a:latin typeface="+mj-ea"/>
                <a:ea typeface="+mj-ea"/>
                <a:sym typeface="华文细黑" panose="02010600040101010101" pitchFamily="2" charset="-122"/>
              </a:endParaRPr>
            </a:p>
          </p:txBody>
        </p:sp>
        <p:cxnSp>
          <p:nvCxnSpPr>
            <p:cNvPr id="16" name="爱设计-1-4">
              <a:extLst>
                <a:ext uri="{FF2B5EF4-FFF2-40B4-BE49-F238E27FC236}">
                  <a16:creationId xmlns:a16="http://schemas.microsoft.com/office/drawing/2014/main" id="{ECA9C93E-BFDB-9C90-4E66-FEEADF89B8F1}"/>
                </a:ext>
              </a:extLst>
            </p:cNvPr>
            <p:cNvCxnSpPr>
              <a:cxnSpLocks/>
            </p:cNvCxnSpPr>
            <p:nvPr/>
          </p:nvCxnSpPr>
          <p:spPr>
            <a:xfrm>
              <a:off x="8150236" y="3147522"/>
              <a:ext cx="813528" cy="0"/>
            </a:xfrm>
            <a:prstGeom prst="line">
              <a:avLst/>
            </a:prstGeom>
            <a:ln w="6286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爱设计-1-5">
              <a:extLst>
                <a:ext uri="{FF2B5EF4-FFF2-40B4-BE49-F238E27FC236}">
                  <a16:creationId xmlns:a16="http://schemas.microsoft.com/office/drawing/2014/main" id="{457FEEA5-D132-39CA-AEB8-4393B2E70150}"/>
                </a:ext>
              </a:extLst>
            </p:cNvPr>
            <p:cNvCxnSpPr>
              <a:cxnSpLocks/>
            </p:cNvCxnSpPr>
            <p:nvPr>
              <p:custDataLst>
                <p:tags r:id="rId1"/>
              </p:custDataLst>
            </p:nvPr>
          </p:nvCxnSpPr>
          <p:spPr>
            <a:xfrm>
              <a:off x="8150236" y="3308029"/>
              <a:ext cx="3695543" cy="0"/>
            </a:xfrm>
            <a:prstGeom prst="line">
              <a:avLst/>
            </a:prstGeom>
            <a:ln w="6286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爱设计-2">
            <a:extLst>
              <a:ext uri="{FF2B5EF4-FFF2-40B4-BE49-F238E27FC236}">
                <a16:creationId xmlns:a16="http://schemas.microsoft.com/office/drawing/2014/main" id="{BED3606D-2FE4-A17F-BADA-10205D17E3CD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115" name="爱设计-2-1">
              <a:extLst>
                <a:ext uri="{FF2B5EF4-FFF2-40B4-BE49-F238E27FC236}">
                  <a16:creationId xmlns:a16="http://schemas.microsoft.com/office/drawing/2014/main" id="{815F3CC4-F1BA-7B8D-5FF9-E268FB0A8CBA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爱设计-2-2">
              <a:extLst>
                <a:ext uri="{FF2B5EF4-FFF2-40B4-BE49-F238E27FC236}">
                  <a16:creationId xmlns:a16="http://schemas.microsoft.com/office/drawing/2014/main" id="{4CB491A2-B961-814A-CDEC-E9B8C7EEAA59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7" name="爱设计-3">
            <a:extLst>
              <a:ext uri="{FF2B5EF4-FFF2-40B4-BE49-F238E27FC236}">
                <a16:creationId xmlns:a16="http://schemas.microsoft.com/office/drawing/2014/main" id="{DE1E69F5-C6B5-A5D3-8937-EF4592C68CFA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  <p:grpSp>
        <p:nvGrpSpPr>
          <p:cNvPr id="118" name="爱设计-4">
            <a:extLst>
              <a:ext uri="{FF2B5EF4-FFF2-40B4-BE49-F238E27FC236}">
                <a16:creationId xmlns:a16="http://schemas.microsoft.com/office/drawing/2014/main" id="{1F95F6CB-B4D9-2F20-C338-6ED1BD9CFCB1}"/>
              </a:ext>
            </a:extLst>
          </p:cNvPr>
          <p:cNvGrpSpPr/>
          <p:nvPr/>
        </p:nvGrpSpPr>
        <p:grpSpPr>
          <a:xfrm>
            <a:off x="668020" y="438448"/>
            <a:ext cx="733969" cy="305895"/>
            <a:chOff x="660400" y="561078"/>
            <a:chExt cx="733969" cy="305895"/>
          </a:xfrm>
        </p:grpSpPr>
        <p:sp>
          <p:nvSpPr>
            <p:cNvPr id="119" name="爱设计-4-1">
              <a:extLst>
                <a:ext uri="{FF2B5EF4-FFF2-40B4-BE49-F238E27FC236}">
                  <a16:creationId xmlns:a16="http://schemas.microsoft.com/office/drawing/2014/main" id="{D4E4EB4C-A2BF-883A-17F4-6538112A4287}"/>
                </a:ext>
              </a:extLst>
            </p:cNvPr>
            <p:cNvSpPr/>
            <p:nvPr/>
          </p:nvSpPr>
          <p:spPr>
            <a:xfrm>
              <a:off x="660400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120" name="爱设计-4-2">
              <a:extLst>
                <a:ext uri="{FF2B5EF4-FFF2-40B4-BE49-F238E27FC236}">
                  <a16:creationId xmlns:a16="http://schemas.microsoft.com/office/drawing/2014/main" id="{03AB17E8-E8E2-9758-5AE2-281E162B133A}"/>
                </a:ext>
              </a:extLst>
            </p:cNvPr>
            <p:cNvSpPr/>
            <p:nvPr/>
          </p:nvSpPr>
          <p:spPr>
            <a:xfrm>
              <a:off x="1087732" y="561078"/>
              <a:ext cx="306637" cy="305895"/>
            </a:xfrm>
            <a:custGeom>
              <a:avLst/>
              <a:gdLst>
                <a:gd name="connsiteX0" fmla="*/ 339916 w 993944"/>
                <a:gd name="connsiteY0" fmla="*/ 447401 h 991544"/>
                <a:gd name="connsiteX1" fmla="*/ 664749 w 993944"/>
                <a:gd name="connsiteY1" fmla="*/ 447401 h 991544"/>
                <a:gd name="connsiteX2" fmla="*/ 670199 w 993944"/>
                <a:gd name="connsiteY2" fmla="*/ 447401 h 991544"/>
                <a:gd name="connsiteX3" fmla="*/ 676249 w 993944"/>
                <a:gd name="connsiteY3" fmla="*/ 446632 h 991544"/>
                <a:gd name="connsiteX4" fmla="*/ 671447 w 993944"/>
                <a:gd name="connsiteY4" fmla="*/ 442551 h 991544"/>
                <a:gd name="connsiteX5" fmla="*/ 646071 w 993944"/>
                <a:gd name="connsiteY5" fmla="*/ 422864 h 991544"/>
                <a:gd name="connsiteX6" fmla="*/ 620838 w 993944"/>
                <a:gd name="connsiteY6" fmla="*/ 400680 h 991544"/>
                <a:gd name="connsiteX7" fmla="*/ 598198 w 993944"/>
                <a:gd name="connsiteY7" fmla="*/ 378545 h 991544"/>
                <a:gd name="connsiteX8" fmla="*/ 584321 w 993944"/>
                <a:gd name="connsiteY8" fmla="*/ 363107 h 991544"/>
                <a:gd name="connsiteX9" fmla="*/ 576494 w 993944"/>
                <a:gd name="connsiteY9" fmla="*/ 354200 h 991544"/>
                <a:gd name="connsiteX10" fmla="*/ 549365 w 993944"/>
                <a:gd name="connsiteY10" fmla="*/ 319580 h 991544"/>
                <a:gd name="connsiteX11" fmla="*/ 523628 w 993944"/>
                <a:gd name="connsiteY11" fmla="*/ 280303 h 991544"/>
                <a:gd name="connsiteX12" fmla="*/ 512920 w 993944"/>
                <a:gd name="connsiteY12" fmla="*/ 261360 h 991544"/>
                <a:gd name="connsiteX13" fmla="*/ 505718 w 993944"/>
                <a:gd name="connsiteY13" fmla="*/ 247819 h 991544"/>
                <a:gd name="connsiteX14" fmla="*/ 495130 w 993944"/>
                <a:gd name="connsiteY14" fmla="*/ 225468 h 991544"/>
                <a:gd name="connsiteX15" fmla="*/ 487928 w 993944"/>
                <a:gd name="connsiteY15" fmla="*/ 208662 h 991544"/>
                <a:gd name="connsiteX16" fmla="*/ 480533 w 993944"/>
                <a:gd name="connsiteY16" fmla="*/ 189791 h 991544"/>
                <a:gd name="connsiteX17" fmla="*/ 471050 w 993944"/>
                <a:gd name="connsiteY17" fmla="*/ 161677 h 991544"/>
                <a:gd name="connsiteX18" fmla="*/ 461230 w 993944"/>
                <a:gd name="connsiteY18" fmla="*/ 124921 h 991544"/>
                <a:gd name="connsiteX19" fmla="*/ 455108 w 993944"/>
                <a:gd name="connsiteY19" fmla="*/ 93446 h 991544"/>
                <a:gd name="connsiteX20" fmla="*/ 451555 w 993944"/>
                <a:gd name="connsiteY20" fmla="*/ 70542 h 991544"/>
                <a:gd name="connsiteX21" fmla="*/ 450115 w 993944"/>
                <a:gd name="connsiteY21" fmla="*/ 57793 h 991544"/>
                <a:gd name="connsiteX22" fmla="*/ 448554 w 993944"/>
                <a:gd name="connsiteY22" fmla="*/ 41108 h 991544"/>
                <a:gd name="connsiteX23" fmla="*/ 448554 w 993944"/>
                <a:gd name="connsiteY23" fmla="*/ 40123 h 991544"/>
                <a:gd name="connsiteX24" fmla="*/ 447450 w 993944"/>
                <a:gd name="connsiteY24" fmla="*/ 5527 h 991544"/>
                <a:gd name="connsiteX25" fmla="*/ 447450 w 993944"/>
                <a:gd name="connsiteY25" fmla="*/ 4063 h 991544"/>
                <a:gd name="connsiteX26" fmla="*/ 449610 w 993944"/>
                <a:gd name="connsiteY26" fmla="*/ 1854 h 991544"/>
                <a:gd name="connsiteX27" fmla="*/ 453572 w 993944"/>
                <a:gd name="connsiteY27" fmla="*/ 1854 h 991544"/>
                <a:gd name="connsiteX28" fmla="*/ 540242 w 993944"/>
                <a:gd name="connsiteY28" fmla="*/ 1854 h 991544"/>
                <a:gd name="connsiteX29" fmla="*/ 546460 w 993944"/>
                <a:gd name="connsiteY29" fmla="*/ 8144 h 991544"/>
                <a:gd name="connsiteX30" fmla="*/ 547180 w 993944"/>
                <a:gd name="connsiteY30" fmla="*/ 20460 h 991544"/>
                <a:gd name="connsiteX31" fmla="*/ 547372 w 993944"/>
                <a:gd name="connsiteY31" fmla="*/ 26390 h 991544"/>
                <a:gd name="connsiteX32" fmla="*/ 548213 w 993944"/>
                <a:gd name="connsiteY32" fmla="*/ 38203 h 991544"/>
                <a:gd name="connsiteX33" fmla="*/ 548357 w 993944"/>
                <a:gd name="connsiteY33" fmla="*/ 40603 h 991544"/>
                <a:gd name="connsiteX34" fmla="*/ 550109 w 993944"/>
                <a:gd name="connsiteY34" fmla="*/ 58250 h 991544"/>
                <a:gd name="connsiteX35" fmla="*/ 553182 w 993944"/>
                <a:gd name="connsiteY35" fmla="*/ 78753 h 991544"/>
                <a:gd name="connsiteX36" fmla="*/ 559617 w 993944"/>
                <a:gd name="connsiteY36" fmla="*/ 110180 h 991544"/>
                <a:gd name="connsiteX37" fmla="*/ 573157 w 993944"/>
                <a:gd name="connsiteY37" fmla="*/ 154619 h 991544"/>
                <a:gd name="connsiteX38" fmla="*/ 586746 w 993944"/>
                <a:gd name="connsiteY38" fmla="*/ 187510 h 991544"/>
                <a:gd name="connsiteX39" fmla="*/ 593732 w 993944"/>
                <a:gd name="connsiteY39" fmla="*/ 202276 h 991544"/>
                <a:gd name="connsiteX40" fmla="*/ 623551 w 993944"/>
                <a:gd name="connsiteY40" fmla="*/ 252405 h 991544"/>
                <a:gd name="connsiteX41" fmla="*/ 645638 w 993944"/>
                <a:gd name="connsiteY41" fmla="*/ 282175 h 991544"/>
                <a:gd name="connsiteX42" fmla="*/ 660451 w 993944"/>
                <a:gd name="connsiteY42" fmla="*/ 299437 h 991544"/>
                <a:gd name="connsiteX43" fmla="*/ 688829 w 993944"/>
                <a:gd name="connsiteY43" fmla="*/ 328439 h 991544"/>
                <a:gd name="connsiteX44" fmla="*/ 702178 w 993944"/>
                <a:gd name="connsiteY44" fmla="*/ 340179 h 991544"/>
                <a:gd name="connsiteX45" fmla="*/ 719752 w 993944"/>
                <a:gd name="connsiteY45" fmla="*/ 354584 h 991544"/>
                <a:gd name="connsiteX46" fmla="*/ 730316 w 993944"/>
                <a:gd name="connsiteY46" fmla="*/ 362723 h 991544"/>
                <a:gd name="connsiteX47" fmla="*/ 770002 w 993944"/>
                <a:gd name="connsiteY47" fmla="*/ 388580 h 991544"/>
                <a:gd name="connsiteX48" fmla="*/ 817418 w 993944"/>
                <a:gd name="connsiteY48" fmla="*/ 412228 h 991544"/>
                <a:gd name="connsiteX49" fmla="*/ 857728 w 993944"/>
                <a:gd name="connsiteY49" fmla="*/ 427186 h 991544"/>
                <a:gd name="connsiteX50" fmla="*/ 902215 w 993944"/>
                <a:gd name="connsiteY50" fmla="*/ 438590 h 991544"/>
                <a:gd name="connsiteX51" fmla="*/ 920630 w 993944"/>
                <a:gd name="connsiteY51" fmla="*/ 442119 h 991544"/>
                <a:gd name="connsiteX52" fmla="*/ 938708 w 993944"/>
                <a:gd name="connsiteY52" fmla="*/ 444520 h 991544"/>
                <a:gd name="connsiteX53" fmla="*/ 952921 w 993944"/>
                <a:gd name="connsiteY53" fmla="*/ 446152 h 991544"/>
                <a:gd name="connsiteX54" fmla="*/ 956378 w 993944"/>
                <a:gd name="connsiteY54" fmla="*/ 446368 h 991544"/>
                <a:gd name="connsiteX55" fmla="*/ 967206 w 993944"/>
                <a:gd name="connsiteY55" fmla="*/ 447160 h 991544"/>
                <a:gd name="connsiteX56" fmla="*/ 973616 w 993944"/>
                <a:gd name="connsiteY56" fmla="*/ 447377 h 991544"/>
                <a:gd name="connsiteX57" fmla="*/ 989462 w 993944"/>
                <a:gd name="connsiteY57" fmla="*/ 447377 h 991544"/>
                <a:gd name="connsiteX58" fmla="*/ 992175 w 993944"/>
                <a:gd name="connsiteY58" fmla="*/ 450114 h 991544"/>
                <a:gd name="connsiteX59" fmla="*/ 992175 w 993944"/>
                <a:gd name="connsiteY59" fmla="*/ 453595 h 991544"/>
                <a:gd name="connsiteX60" fmla="*/ 992175 w 993944"/>
                <a:gd name="connsiteY60" fmla="*/ 540241 h 991544"/>
                <a:gd name="connsiteX61" fmla="*/ 985500 w 993944"/>
                <a:gd name="connsiteY61" fmla="*/ 547107 h 991544"/>
                <a:gd name="connsiteX62" fmla="*/ 969175 w 993944"/>
                <a:gd name="connsiteY62" fmla="*/ 547323 h 991544"/>
                <a:gd name="connsiteX63" fmla="*/ 960340 w 993944"/>
                <a:gd name="connsiteY63" fmla="*/ 548044 h 991544"/>
                <a:gd name="connsiteX64" fmla="*/ 958371 w 993944"/>
                <a:gd name="connsiteY64" fmla="*/ 548236 h 991544"/>
                <a:gd name="connsiteX65" fmla="*/ 942141 w 993944"/>
                <a:gd name="connsiteY65" fmla="*/ 549484 h 991544"/>
                <a:gd name="connsiteX66" fmla="*/ 917725 w 993944"/>
                <a:gd name="connsiteY66" fmla="*/ 552989 h 991544"/>
                <a:gd name="connsiteX67" fmla="*/ 875758 w 993944"/>
                <a:gd name="connsiteY67" fmla="*/ 562088 h 991544"/>
                <a:gd name="connsiteX68" fmla="*/ 788272 w 993944"/>
                <a:gd name="connsiteY68" fmla="*/ 595868 h 991544"/>
                <a:gd name="connsiteX69" fmla="*/ 754396 w 993944"/>
                <a:gd name="connsiteY69" fmla="*/ 615315 h 991544"/>
                <a:gd name="connsiteX70" fmla="*/ 723930 w 993944"/>
                <a:gd name="connsiteY70" fmla="*/ 636418 h 991544"/>
                <a:gd name="connsiteX71" fmla="*/ 705035 w 993944"/>
                <a:gd name="connsiteY71" fmla="*/ 651567 h 991544"/>
                <a:gd name="connsiteX72" fmla="*/ 663284 w 993944"/>
                <a:gd name="connsiteY72" fmla="*/ 691637 h 991544"/>
                <a:gd name="connsiteX73" fmla="*/ 648135 w 993944"/>
                <a:gd name="connsiteY73" fmla="*/ 709235 h 991544"/>
                <a:gd name="connsiteX74" fmla="*/ 632578 w 993944"/>
                <a:gd name="connsiteY74" fmla="*/ 729066 h 991544"/>
                <a:gd name="connsiteX75" fmla="*/ 614524 w 993944"/>
                <a:gd name="connsiteY75" fmla="*/ 755644 h 991544"/>
                <a:gd name="connsiteX76" fmla="*/ 589723 w 993944"/>
                <a:gd name="connsiteY76" fmla="*/ 800683 h 991544"/>
                <a:gd name="connsiteX77" fmla="*/ 575030 w 993944"/>
                <a:gd name="connsiteY77" fmla="*/ 835279 h 991544"/>
                <a:gd name="connsiteX78" fmla="*/ 566867 w 993944"/>
                <a:gd name="connsiteY78" fmla="*/ 859119 h 991544"/>
                <a:gd name="connsiteX79" fmla="*/ 555343 w 993944"/>
                <a:gd name="connsiteY79" fmla="*/ 904591 h 991544"/>
                <a:gd name="connsiteX80" fmla="*/ 550685 w 993944"/>
                <a:gd name="connsiteY80" fmla="*/ 930832 h 991544"/>
                <a:gd name="connsiteX81" fmla="*/ 549341 w 993944"/>
                <a:gd name="connsiteY81" fmla="*/ 943077 h 991544"/>
                <a:gd name="connsiteX82" fmla="*/ 547684 w 993944"/>
                <a:gd name="connsiteY82" fmla="*/ 959762 h 991544"/>
                <a:gd name="connsiteX83" fmla="*/ 547468 w 993944"/>
                <a:gd name="connsiteY83" fmla="*/ 964204 h 991544"/>
                <a:gd name="connsiteX84" fmla="*/ 546700 w 993944"/>
                <a:gd name="connsiteY84" fmla="*/ 977024 h 991544"/>
                <a:gd name="connsiteX85" fmla="*/ 546508 w 993944"/>
                <a:gd name="connsiteY85" fmla="*/ 985427 h 991544"/>
                <a:gd name="connsiteX86" fmla="*/ 546508 w 993944"/>
                <a:gd name="connsiteY86" fmla="*/ 989893 h 991544"/>
                <a:gd name="connsiteX87" fmla="*/ 544251 w 993944"/>
                <a:gd name="connsiteY87" fmla="*/ 992006 h 991544"/>
                <a:gd name="connsiteX88" fmla="*/ 540794 w 993944"/>
                <a:gd name="connsiteY88" fmla="*/ 992006 h 991544"/>
                <a:gd name="connsiteX89" fmla="*/ 453572 w 993944"/>
                <a:gd name="connsiteY89" fmla="*/ 992006 h 991544"/>
                <a:gd name="connsiteX90" fmla="*/ 447450 w 993944"/>
                <a:gd name="connsiteY90" fmla="*/ 985643 h 991544"/>
                <a:gd name="connsiteX91" fmla="*/ 447450 w 993944"/>
                <a:gd name="connsiteY91" fmla="*/ 975248 h 991544"/>
                <a:gd name="connsiteX92" fmla="*/ 447954 w 993944"/>
                <a:gd name="connsiteY92" fmla="*/ 969846 h 991544"/>
                <a:gd name="connsiteX93" fmla="*/ 448386 w 993944"/>
                <a:gd name="connsiteY93" fmla="*/ 960963 h 991544"/>
                <a:gd name="connsiteX94" fmla="*/ 449154 w 993944"/>
                <a:gd name="connsiteY94" fmla="*/ 951119 h 991544"/>
                <a:gd name="connsiteX95" fmla="*/ 449298 w 993944"/>
                <a:gd name="connsiteY95" fmla="*/ 949655 h 991544"/>
                <a:gd name="connsiteX96" fmla="*/ 450499 w 993944"/>
                <a:gd name="connsiteY96" fmla="*/ 933401 h 991544"/>
                <a:gd name="connsiteX97" fmla="*/ 452059 w 993944"/>
                <a:gd name="connsiteY97" fmla="*/ 921685 h 991544"/>
                <a:gd name="connsiteX98" fmla="*/ 454244 w 993944"/>
                <a:gd name="connsiteY98" fmla="*/ 906560 h 991544"/>
                <a:gd name="connsiteX99" fmla="*/ 457533 w 993944"/>
                <a:gd name="connsiteY99" fmla="*/ 887089 h 991544"/>
                <a:gd name="connsiteX100" fmla="*/ 465120 w 993944"/>
                <a:gd name="connsiteY100" fmla="*/ 853886 h 991544"/>
                <a:gd name="connsiteX101" fmla="*/ 482430 w 993944"/>
                <a:gd name="connsiteY101" fmla="*/ 799771 h 991544"/>
                <a:gd name="connsiteX102" fmla="*/ 499019 w 993944"/>
                <a:gd name="connsiteY102" fmla="*/ 760613 h 991544"/>
                <a:gd name="connsiteX103" fmla="*/ 517602 w 993944"/>
                <a:gd name="connsiteY103" fmla="*/ 724601 h 991544"/>
                <a:gd name="connsiteX104" fmla="*/ 539353 w 993944"/>
                <a:gd name="connsiteY104" fmla="*/ 689212 h 991544"/>
                <a:gd name="connsiteX105" fmla="*/ 566219 w 993944"/>
                <a:gd name="connsiteY105" fmla="*/ 652528 h 991544"/>
                <a:gd name="connsiteX106" fmla="*/ 584657 w 993944"/>
                <a:gd name="connsiteY106" fmla="*/ 630584 h 991544"/>
                <a:gd name="connsiteX107" fmla="*/ 602543 w 993944"/>
                <a:gd name="connsiteY107" fmla="*/ 611377 h 991544"/>
                <a:gd name="connsiteX108" fmla="*/ 615892 w 993944"/>
                <a:gd name="connsiteY108" fmla="*/ 598125 h 991544"/>
                <a:gd name="connsiteX109" fmla="*/ 633874 w 993944"/>
                <a:gd name="connsiteY109" fmla="*/ 581919 h 991544"/>
                <a:gd name="connsiteX110" fmla="*/ 649288 w 993944"/>
                <a:gd name="connsiteY110" fmla="*/ 568763 h 991544"/>
                <a:gd name="connsiteX111" fmla="*/ 668494 w 993944"/>
                <a:gd name="connsiteY111" fmla="*/ 553998 h 991544"/>
                <a:gd name="connsiteX112" fmla="*/ 675913 w 993944"/>
                <a:gd name="connsiteY112" fmla="*/ 548260 h 991544"/>
                <a:gd name="connsiteX113" fmla="*/ 676321 w 993944"/>
                <a:gd name="connsiteY113" fmla="*/ 547011 h 991544"/>
                <a:gd name="connsiteX114" fmla="*/ 675121 w 993944"/>
                <a:gd name="connsiteY114" fmla="*/ 546411 h 991544"/>
                <a:gd name="connsiteX115" fmla="*/ 673152 w 993944"/>
                <a:gd name="connsiteY115" fmla="*/ 546411 h 991544"/>
                <a:gd name="connsiteX116" fmla="*/ 665301 w 993944"/>
                <a:gd name="connsiteY116" fmla="*/ 547011 h 991544"/>
                <a:gd name="connsiteX117" fmla="*/ 12683 w 993944"/>
                <a:gd name="connsiteY117" fmla="*/ 547011 h 991544"/>
                <a:gd name="connsiteX118" fmla="*/ 3848 w 993944"/>
                <a:gd name="connsiteY118" fmla="*/ 546195 h 991544"/>
                <a:gd name="connsiteX119" fmla="*/ 1807 w 993944"/>
                <a:gd name="connsiteY119" fmla="*/ 543794 h 991544"/>
                <a:gd name="connsiteX120" fmla="*/ 1807 w 993944"/>
                <a:gd name="connsiteY120" fmla="*/ 539352 h 991544"/>
                <a:gd name="connsiteX121" fmla="*/ 1807 w 993944"/>
                <a:gd name="connsiteY121" fmla="*/ 454459 h 991544"/>
                <a:gd name="connsiteX122" fmla="*/ 8721 w 993944"/>
                <a:gd name="connsiteY122" fmla="*/ 447401 h 991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93944" h="991544">
                  <a:moveTo>
                    <a:pt x="339916" y="447401"/>
                  </a:moveTo>
                  <a:lnTo>
                    <a:pt x="664749" y="447401"/>
                  </a:lnTo>
                  <a:cubicBezTo>
                    <a:pt x="666574" y="447401"/>
                    <a:pt x="668398" y="447401"/>
                    <a:pt x="670199" y="447401"/>
                  </a:cubicBezTo>
                  <a:cubicBezTo>
                    <a:pt x="671999" y="447401"/>
                    <a:pt x="674400" y="448217"/>
                    <a:pt x="676249" y="446632"/>
                  </a:cubicBezTo>
                  <a:cubicBezTo>
                    <a:pt x="674893" y="445007"/>
                    <a:pt x="673270" y="443626"/>
                    <a:pt x="671447" y="442551"/>
                  </a:cubicBezTo>
                  <a:cubicBezTo>
                    <a:pt x="662924" y="436069"/>
                    <a:pt x="654281" y="429754"/>
                    <a:pt x="646071" y="422864"/>
                  </a:cubicBezTo>
                  <a:cubicBezTo>
                    <a:pt x="637860" y="415974"/>
                    <a:pt x="629145" y="408171"/>
                    <a:pt x="620838" y="400680"/>
                  </a:cubicBezTo>
                  <a:cubicBezTo>
                    <a:pt x="612987" y="393478"/>
                    <a:pt x="605592" y="386059"/>
                    <a:pt x="598198" y="378545"/>
                  </a:cubicBezTo>
                  <a:cubicBezTo>
                    <a:pt x="593396" y="373623"/>
                    <a:pt x="588955" y="368245"/>
                    <a:pt x="584321" y="363107"/>
                  </a:cubicBezTo>
                  <a:cubicBezTo>
                    <a:pt x="581680" y="360178"/>
                    <a:pt x="579039" y="357225"/>
                    <a:pt x="576494" y="354200"/>
                  </a:cubicBezTo>
                  <a:cubicBezTo>
                    <a:pt x="566987" y="342996"/>
                    <a:pt x="557943" y="331457"/>
                    <a:pt x="549365" y="319580"/>
                  </a:cubicBezTo>
                  <a:cubicBezTo>
                    <a:pt x="540218" y="306880"/>
                    <a:pt x="531695" y="293723"/>
                    <a:pt x="523628" y="280303"/>
                  </a:cubicBezTo>
                  <a:cubicBezTo>
                    <a:pt x="519907" y="274084"/>
                    <a:pt x="516426" y="267722"/>
                    <a:pt x="512920" y="261360"/>
                  </a:cubicBezTo>
                  <a:cubicBezTo>
                    <a:pt x="510519" y="256894"/>
                    <a:pt x="507999" y="252405"/>
                    <a:pt x="505718" y="247819"/>
                  </a:cubicBezTo>
                  <a:cubicBezTo>
                    <a:pt x="502093" y="240401"/>
                    <a:pt x="498515" y="232958"/>
                    <a:pt x="495130" y="225468"/>
                  </a:cubicBezTo>
                  <a:cubicBezTo>
                    <a:pt x="492609" y="219898"/>
                    <a:pt x="490328" y="214256"/>
                    <a:pt x="487928" y="208662"/>
                  </a:cubicBezTo>
                  <a:cubicBezTo>
                    <a:pt x="485383" y="202396"/>
                    <a:pt x="482838" y="196129"/>
                    <a:pt x="480533" y="189791"/>
                  </a:cubicBezTo>
                  <a:cubicBezTo>
                    <a:pt x="477148" y="180500"/>
                    <a:pt x="473883" y="171161"/>
                    <a:pt x="471050" y="161677"/>
                  </a:cubicBezTo>
                  <a:cubicBezTo>
                    <a:pt x="467449" y="149505"/>
                    <a:pt x="464063" y="137309"/>
                    <a:pt x="461230" y="124921"/>
                  </a:cubicBezTo>
                  <a:cubicBezTo>
                    <a:pt x="458830" y="114501"/>
                    <a:pt x="456621" y="104033"/>
                    <a:pt x="455108" y="93446"/>
                  </a:cubicBezTo>
                  <a:cubicBezTo>
                    <a:pt x="454004" y="85811"/>
                    <a:pt x="452395" y="78224"/>
                    <a:pt x="451555" y="70542"/>
                  </a:cubicBezTo>
                  <a:cubicBezTo>
                    <a:pt x="451099" y="66316"/>
                    <a:pt x="450667" y="62019"/>
                    <a:pt x="450115" y="57793"/>
                  </a:cubicBezTo>
                  <a:cubicBezTo>
                    <a:pt x="449394" y="52247"/>
                    <a:pt x="449874" y="46581"/>
                    <a:pt x="448554" y="41108"/>
                  </a:cubicBezTo>
                  <a:cubicBezTo>
                    <a:pt x="448518" y="40781"/>
                    <a:pt x="448518" y="40450"/>
                    <a:pt x="448554" y="40123"/>
                  </a:cubicBezTo>
                  <a:cubicBezTo>
                    <a:pt x="448818" y="28575"/>
                    <a:pt x="446897" y="17099"/>
                    <a:pt x="447450" y="5527"/>
                  </a:cubicBezTo>
                  <a:cubicBezTo>
                    <a:pt x="447450" y="5047"/>
                    <a:pt x="447450" y="4543"/>
                    <a:pt x="447450" y="4063"/>
                  </a:cubicBezTo>
                  <a:cubicBezTo>
                    <a:pt x="447618" y="2622"/>
                    <a:pt x="448170" y="1974"/>
                    <a:pt x="449610" y="1854"/>
                  </a:cubicBezTo>
                  <a:cubicBezTo>
                    <a:pt x="451051" y="1734"/>
                    <a:pt x="452251" y="1854"/>
                    <a:pt x="453572" y="1854"/>
                  </a:cubicBezTo>
                  <a:lnTo>
                    <a:pt x="540242" y="1854"/>
                  </a:lnTo>
                  <a:cubicBezTo>
                    <a:pt x="546676" y="1854"/>
                    <a:pt x="546436" y="1854"/>
                    <a:pt x="546460" y="8144"/>
                  </a:cubicBezTo>
                  <a:cubicBezTo>
                    <a:pt x="546256" y="12264"/>
                    <a:pt x="546496" y="16393"/>
                    <a:pt x="547180" y="20460"/>
                  </a:cubicBezTo>
                  <a:cubicBezTo>
                    <a:pt x="547425" y="22427"/>
                    <a:pt x="547490" y="24412"/>
                    <a:pt x="547372" y="26390"/>
                  </a:cubicBezTo>
                  <a:cubicBezTo>
                    <a:pt x="547147" y="30348"/>
                    <a:pt x="547430" y="34317"/>
                    <a:pt x="548213" y="38203"/>
                  </a:cubicBezTo>
                  <a:cubicBezTo>
                    <a:pt x="548352" y="38995"/>
                    <a:pt x="548402" y="39800"/>
                    <a:pt x="548357" y="40603"/>
                  </a:cubicBezTo>
                  <a:cubicBezTo>
                    <a:pt x="548604" y="46514"/>
                    <a:pt x="549190" y="52406"/>
                    <a:pt x="550109" y="58250"/>
                  </a:cubicBezTo>
                  <a:cubicBezTo>
                    <a:pt x="550974" y="65116"/>
                    <a:pt x="552030" y="71934"/>
                    <a:pt x="553182" y="78753"/>
                  </a:cubicBezTo>
                  <a:cubicBezTo>
                    <a:pt x="554959" y="89292"/>
                    <a:pt x="557072" y="99784"/>
                    <a:pt x="559617" y="110180"/>
                  </a:cubicBezTo>
                  <a:cubicBezTo>
                    <a:pt x="563345" y="125220"/>
                    <a:pt x="567866" y="140054"/>
                    <a:pt x="573157" y="154619"/>
                  </a:cubicBezTo>
                  <a:cubicBezTo>
                    <a:pt x="577215" y="165759"/>
                    <a:pt x="581680" y="176779"/>
                    <a:pt x="586746" y="187510"/>
                  </a:cubicBezTo>
                  <a:cubicBezTo>
                    <a:pt x="589147" y="192312"/>
                    <a:pt x="591308" y="197402"/>
                    <a:pt x="593732" y="202276"/>
                  </a:cubicBezTo>
                  <a:cubicBezTo>
                    <a:pt x="602575" y="219614"/>
                    <a:pt x="612536" y="236359"/>
                    <a:pt x="623551" y="252405"/>
                  </a:cubicBezTo>
                  <a:cubicBezTo>
                    <a:pt x="630496" y="262664"/>
                    <a:pt x="637860" y="272589"/>
                    <a:pt x="645638" y="282175"/>
                  </a:cubicBezTo>
                  <a:cubicBezTo>
                    <a:pt x="650440" y="288033"/>
                    <a:pt x="655434" y="293747"/>
                    <a:pt x="660451" y="299437"/>
                  </a:cubicBezTo>
                  <a:cubicBezTo>
                    <a:pt x="669407" y="309617"/>
                    <a:pt x="679202" y="318932"/>
                    <a:pt x="688829" y="328439"/>
                  </a:cubicBezTo>
                  <a:cubicBezTo>
                    <a:pt x="693031" y="332593"/>
                    <a:pt x="697808" y="336170"/>
                    <a:pt x="702178" y="340179"/>
                  </a:cubicBezTo>
                  <a:cubicBezTo>
                    <a:pt x="707772" y="345317"/>
                    <a:pt x="713774" y="349927"/>
                    <a:pt x="719752" y="354584"/>
                  </a:cubicBezTo>
                  <a:cubicBezTo>
                    <a:pt x="723233" y="357321"/>
                    <a:pt x="726690" y="360130"/>
                    <a:pt x="730316" y="362723"/>
                  </a:cubicBezTo>
                  <a:cubicBezTo>
                    <a:pt x="743067" y="372055"/>
                    <a:pt x="756314" y="380689"/>
                    <a:pt x="770002" y="388580"/>
                  </a:cubicBezTo>
                  <a:cubicBezTo>
                    <a:pt x="785340" y="397367"/>
                    <a:pt x="801172" y="405261"/>
                    <a:pt x="817418" y="412228"/>
                  </a:cubicBezTo>
                  <a:cubicBezTo>
                    <a:pt x="830647" y="417822"/>
                    <a:pt x="844043" y="422864"/>
                    <a:pt x="857728" y="427186"/>
                  </a:cubicBezTo>
                  <a:cubicBezTo>
                    <a:pt x="872323" y="431846"/>
                    <a:pt x="887177" y="435653"/>
                    <a:pt x="902215" y="438590"/>
                  </a:cubicBezTo>
                  <a:cubicBezTo>
                    <a:pt x="908362" y="439766"/>
                    <a:pt x="914460" y="441134"/>
                    <a:pt x="920630" y="442119"/>
                  </a:cubicBezTo>
                  <a:cubicBezTo>
                    <a:pt x="926800" y="443103"/>
                    <a:pt x="932634" y="443463"/>
                    <a:pt x="938708" y="444520"/>
                  </a:cubicBezTo>
                  <a:cubicBezTo>
                    <a:pt x="943510" y="445408"/>
                    <a:pt x="948311" y="444952"/>
                    <a:pt x="952921" y="446152"/>
                  </a:cubicBezTo>
                  <a:cubicBezTo>
                    <a:pt x="954061" y="446356"/>
                    <a:pt x="955221" y="446431"/>
                    <a:pt x="956378" y="446368"/>
                  </a:cubicBezTo>
                  <a:cubicBezTo>
                    <a:pt x="960003" y="446296"/>
                    <a:pt x="963629" y="446563"/>
                    <a:pt x="967206" y="447160"/>
                  </a:cubicBezTo>
                  <a:cubicBezTo>
                    <a:pt x="969331" y="447437"/>
                    <a:pt x="971477" y="447509"/>
                    <a:pt x="973616" y="447377"/>
                  </a:cubicBezTo>
                  <a:cubicBezTo>
                    <a:pt x="978898" y="447377"/>
                    <a:pt x="984180" y="447377"/>
                    <a:pt x="989462" y="447377"/>
                  </a:cubicBezTo>
                  <a:cubicBezTo>
                    <a:pt x="991502" y="447377"/>
                    <a:pt x="992031" y="448073"/>
                    <a:pt x="992175" y="450114"/>
                  </a:cubicBezTo>
                  <a:cubicBezTo>
                    <a:pt x="992175" y="451266"/>
                    <a:pt x="992175" y="452514"/>
                    <a:pt x="992175" y="453595"/>
                  </a:cubicBezTo>
                  <a:cubicBezTo>
                    <a:pt x="992175" y="482405"/>
                    <a:pt x="992175" y="511287"/>
                    <a:pt x="992175" y="540241"/>
                  </a:cubicBezTo>
                  <a:cubicBezTo>
                    <a:pt x="992175" y="546411"/>
                    <a:pt x="993063" y="546387"/>
                    <a:pt x="985500" y="547107"/>
                  </a:cubicBezTo>
                  <a:cubicBezTo>
                    <a:pt x="980122" y="547635"/>
                    <a:pt x="974625" y="547275"/>
                    <a:pt x="969175" y="547323"/>
                  </a:cubicBezTo>
                  <a:cubicBezTo>
                    <a:pt x="966210" y="547141"/>
                    <a:pt x="963235" y="547383"/>
                    <a:pt x="960340" y="548044"/>
                  </a:cubicBezTo>
                  <a:cubicBezTo>
                    <a:pt x="959701" y="548226"/>
                    <a:pt x="959033" y="548293"/>
                    <a:pt x="958371" y="548236"/>
                  </a:cubicBezTo>
                  <a:cubicBezTo>
                    <a:pt x="952933" y="548132"/>
                    <a:pt x="947500" y="548550"/>
                    <a:pt x="942141" y="549484"/>
                  </a:cubicBezTo>
                  <a:cubicBezTo>
                    <a:pt x="933978" y="550428"/>
                    <a:pt x="925840" y="551597"/>
                    <a:pt x="917725" y="552989"/>
                  </a:cubicBezTo>
                  <a:cubicBezTo>
                    <a:pt x="903608" y="555407"/>
                    <a:pt x="889618" y="558439"/>
                    <a:pt x="875758" y="562088"/>
                  </a:cubicBezTo>
                  <a:cubicBezTo>
                    <a:pt x="845474" y="570191"/>
                    <a:pt x="816143" y="581516"/>
                    <a:pt x="788272" y="595868"/>
                  </a:cubicBezTo>
                  <a:cubicBezTo>
                    <a:pt x="776700" y="601846"/>
                    <a:pt x="765464" y="608424"/>
                    <a:pt x="754396" y="615315"/>
                  </a:cubicBezTo>
                  <a:cubicBezTo>
                    <a:pt x="743880" y="621845"/>
                    <a:pt x="733821" y="629024"/>
                    <a:pt x="723930" y="636418"/>
                  </a:cubicBezTo>
                  <a:cubicBezTo>
                    <a:pt x="717471" y="641220"/>
                    <a:pt x="711277" y="646454"/>
                    <a:pt x="705035" y="651567"/>
                  </a:cubicBezTo>
                  <a:cubicBezTo>
                    <a:pt x="690383" y="664136"/>
                    <a:pt x="676443" y="677513"/>
                    <a:pt x="663284" y="691637"/>
                  </a:cubicBezTo>
                  <a:cubicBezTo>
                    <a:pt x="657907" y="697183"/>
                    <a:pt x="653225" y="703377"/>
                    <a:pt x="648135" y="709235"/>
                  </a:cubicBezTo>
                  <a:cubicBezTo>
                    <a:pt x="642637" y="715598"/>
                    <a:pt x="637572" y="722272"/>
                    <a:pt x="632578" y="729066"/>
                  </a:cubicBezTo>
                  <a:cubicBezTo>
                    <a:pt x="626240" y="737709"/>
                    <a:pt x="620262" y="746568"/>
                    <a:pt x="614524" y="755644"/>
                  </a:cubicBezTo>
                  <a:cubicBezTo>
                    <a:pt x="605364" y="770149"/>
                    <a:pt x="597084" y="785188"/>
                    <a:pt x="589723" y="800683"/>
                  </a:cubicBezTo>
                  <a:cubicBezTo>
                    <a:pt x="584328" y="811984"/>
                    <a:pt x="579431" y="823515"/>
                    <a:pt x="575030" y="835279"/>
                  </a:cubicBezTo>
                  <a:cubicBezTo>
                    <a:pt x="572101" y="843154"/>
                    <a:pt x="569381" y="851101"/>
                    <a:pt x="566867" y="859119"/>
                  </a:cubicBezTo>
                  <a:cubicBezTo>
                    <a:pt x="562082" y="874021"/>
                    <a:pt x="558231" y="889209"/>
                    <a:pt x="555343" y="904591"/>
                  </a:cubicBezTo>
                  <a:cubicBezTo>
                    <a:pt x="553783" y="913330"/>
                    <a:pt x="552126" y="922069"/>
                    <a:pt x="550685" y="930832"/>
                  </a:cubicBezTo>
                  <a:cubicBezTo>
                    <a:pt x="550037" y="934866"/>
                    <a:pt x="550181" y="939067"/>
                    <a:pt x="549341" y="943077"/>
                  </a:cubicBezTo>
                  <a:cubicBezTo>
                    <a:pt x="548189" y="948598"/>
                    <a:pt x="548981" y="954288"/>
                    <a:pt x="547684" y="959762"/>
                  </a:cubicBezTo>
                  <a:cubicBezTo>
                    <a:pt x="547456" y="961232"/>
                    <a:pt x="547384" y="962720"/>
                    <a:pt x="547468" y="964204"/>
                  </a:cubicBezTo>
                  <a:cubicBezTo>
                    <a:pt x="547548" y="968492"/>
                    <a:pt x="547291" y="972777"/>
                    <a:pt x="546700" y="977024"/>
                  </a:cubicBezTo>
                  <a:cubicBezTo>
                    <a:pt x="546407" y="979816"/>
                    <a:pt x="546342" y="982625"/>
                    <a:pt x="546508" y="985427"/>
                  </a:cubicBezTo>
                  <a:cubicBezTo>
                    <a:pt x="546508" y="986916"/>
                    <a:pt x="546508" y="988404"/>
                    <a:pt x="546508" y="989893"/>
                  </a:cubicBezTo>
                  <a:cubicBezTo>
                    <a:pt x="546508" y="991381"/>
                    <a:pt x="545740" y="991885"/>
                    <a:pt x="544251" y="992006"/>
                  </a:cubicBezTo>
                  <a:cubicBezTo>
                    <a:pt x="542763" y="992126"/>
                    <a:pt x="541850" y="992006"/>
                    <a:pt x="540794" y="992006"/>
                  </a:cubicBezTo>
                  <a:lnTo>
                    <a:pt x="453572" y="992006"/>
                  </a:lnTo>
                  <a:cubicBezTo>
                    <a:pt x="447161" y="992006"/>
                    <a:pt x="447426" y="992006"/>
                    <a:pt x="447450" y="985643"/>
                  </a:cubicBezTo>
                  <a:cubicBezTo>
                    <a:pt x="447450" y="982186"/>
                    <a:pt x="447450" y="978705"/>
                    <a:pt x="447450" y="975248"/>
                  </a:cubicBezTo>
                  <a:cubicBezTo>
                    <a:pt x="447402" y="973433"/>
                    <a:pt x="447572" y="971620"/>
                    <a:pt x="447954" y="969846"/>
                  </a:cubicBezTo>
                  <a:cubicBezTo>
                    <a:pt x="448398" y="966907"/>
                    <a:pt x="448542" y="963930"/>
                    <a:pt x="448386" y="960963"/>
                  </a:cubicBezTo>
                  <a:cubicBezTo>
                    <a:pt x="448199" y="957662"/>
                    <a:pt x="448456" y="954351"/>
                    <a:pt x="449154" y="951119"/>
                  </a:cubicBezTo>
                  <a:cubicBezTo>
                    <a:pt x="449286" y="950644"/>
                    <a:pt x="449334" y="950147"/>
                    <a:pt x="449298" y="949655"/>
                  </a:cubicBezTo>
                  <a:cubicBezTo>
                    <a:pt x="448890" y="944181"/>
                    <a:pt x="450307" y="938851"/>
                    <a:pt x="450499" y="933401"/>
                  </a:cubicBezTo>
                  <a:cubicBezTo>
                    <a:pt x="450643" y="929488"/>
                    <a:pt x="451675" y="925598"/>
                    <a:pt x="452059" y="921685"/>
                  </a:cubicBezTo>
                  <a:cubicBezTo>
                    <a:pt x="452539" y="916595"/>
                    <a:pt x="453332" y="911578"/>
                    <a:pt x="454244" y="906560"/>
                  </a:cubicBezTo>
                  <a:cubicBezTo>
                    <a:pt x="455396" y="900078"/>
                    <a:pt x="456237" y="893547"/>
                    <a:pt x="457533" y="887089"/>
                  </a:cubicBezTo>
                  <a:cubicBezTo>
                    <a:pt x="459766" y="875973"/>
                    <a:pt x="462143" y="864857"/>
                    <a:pt x="465120" y="853886"/>
                  </a:cubicBezTo>
                  <a:cubicBezTo>
                    <a:pt x="469972" y="835567"/>
                    <a:pt x="475748" y="817506"/>
                    <a:pt x="482430" y="799771"/>
                  </a:cubicBezTo>
                  <a:cubicBezTo>
                    <a:pt x="487544" y="786518"/>
                    <a:pt x="493089" y="773506"/>
                    <a:pt x="499019" y="760613"/>
                  </a:cubicBezTo>
                  <a:cubicBezTo>
                    <a:pt x="504685" y="748297"/>
                    <a:pt x="511024" y="736389"/>
                    <a:pt x="517602" y="724601"/>
                  </a:cubicBezTo>
                  <a:cubicBezTo>
                    <a:pt x="524180" y="712813"/>
                    <a:pt x="531623" y="700592"/>
                    <a:pt x="539353" y="689212"/>
                  </a:cubicBezTo>
                  <a:cubicBezTo>
                    <a:pt x="547804" y="676608"/>
                    <a:pt x="556712" y="664364"/>
                    <a:pt x="566219" y="652528"/>
                  </a:cubicBezTo>
                  <a:cubicBezTo>
                    <a:pt x="572197" y="645061"/>
                    <a:pt x="578223" y="637715"/>
                    <a:pt x="584657" y="630584"/>
                  </a:cubicBezTo>
                  <a:cubicBezTo>
                    <a:pt x="590491" y="624078"/>
                    <a:pt x="596205" y="617476"/>
                    <a:pt x="602543" y="611377"/>
                  </a:cubicBezTo>
                  <a:cubicBezTo>
                    <a:pt x="607081" y="607056"/>
                    <a:pt x="611426" y="602518"/>
                    <a:pt x="615892" y="598125"/>
                  </a:cubicBezTo>
                  <a:cubicBezTo>
                    <a:pt x="621654" y="592459"/>
                    <a:pt x="627704" y="587129"/>
                    <a:pt x="633874" y="581919"/>
                  </a:cubicBezTo>
                  <a:cubicBezTo>
                    <a:pt x="639036" y="577550"/>
                    <a:pt x="644030" y="572988"/>
                    <a:pt x="649288" y="568763"/>
                  </a:cubicBezTo>
                  <a:cubicBezTo>
                    <a:pt x="655578" y="563697"/>
                    <a:pt x="662084" y="558895"/>
                    <a:pt x="668494" y="553998"/>
                  </a:cubicBezTo>
                  <a:lnTo>
                    <a:pt x="675913" y="548260"/>
                  </a:lnTo>
                  <a:cubicBezTo>
                    <a:pt x="676321" y="547947"/>
                    <a:pt x="676681" y="547467"/>
                    <a:pt x="676321" y="547011"/>
                  </a:cubicBezTo>
                  <a:cubicBezTo>
                    <a:pt x="676006" y="546673"/>
                    <a:pt x="675579" y="546459"/>
                    <a:pt x="675121" y="546411"/>
                  </a:cubicBezTo>
                  <a:cubicBezTo>
                    <a:pt x="674470" y="546291"/>
                    <a:pt x="673803" y="546291"/>
                    <a:pt x="673152" y="546411"/>
                  </a:cubicBezTo>
                  <a:cubicBezTo>
                    <a:pt x="670578" y="546994"/>
                    <a:pt x="667932" y="547196"/>
                    <a:pt x="665301" y="547011"/>
                  </a:cubicBezTo>
                  <a:lnTo>
                    <a:pt x="12683" y="547011"/>
                  </a:lnTo>
                  <a:cubicBezTo>
                    <a:pt x="9714" y="547158"/>
                    <a:pt x="6739" y="546884"/>
                    <a:pt x="3848" y="546195"/>
                  </a:cubicBezTo>
                  <a:cubicBezTo>
                    <a:pt x="2664" y="546015"/>
                    <a:pt x="1793" y="544992"/>
                    <a:pt x="1807" y="543794"/>
                  </a:cubicBezTo>
                  <a:cubicBezTo>
                    <a:pt x="1807" y="542305"/>
                    <a:pt x="1807" y="540817"/>
                    <a:pt x="1807" y="539352"/>
                  </a:cubicBezTo>
                  <a:lnTo>
                    <a:pt x="1807" y="454459"/>
                  </a:lnTo>
                  <a:cubicBezTo>
                    <a:pt x="1807" y="446944"/>
                    <a:pt x="1327" y="447401"/>
                    <a:pt x="8721" y="447401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</p:grpSp>
      <p:pic>
        <p:nvPicPr>
          <p:cNvPr id="2" name="爱设计-5">
            <a:extLst>
              <a:ext uri="{FF2B5EF4-FFF2-40B4-BE49-F238E27FC236}">
                <a16:creationId xmlns:a16="http://schemas.microsoft.com/office/drawing/2014/main" id="{78AFB660-08DC-6F31-D3A3-25BC22B0E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6468" y="1633295"/>
            <a:ext cx="5855315" cy="4458936"/>
          </a:xfrm>
          <a:prstGeom prst="rect">
            <a:avLst/>
          </a:prstGeom>
        </p:spPr>
      </p:pic>
      <p:sp>
        <p:nvSpPr>
          <p:cNvPr id="3" name="爱设计-6">
            <a:extLst>
              <a:ext uri="{FF2B5EF4-FFF2-40B4-BE49-F238E27FC236}">
                <a16:creationId xmlns:a16="http://schemas.microsoft.com/office/drawing/2014/main" id="{73732F94-520A-DBCE-3921-140D5FC9C0DB}"/>
              </a:ext>
            </a:extLst>
          </p:cNvPr>
          <p:cNvSpPr txBox="1"/>
          <p:nvPr/>
        </p:nvSpPr>
        <p:spPr>
          <a:xfrm>
            <a:off x="10406867" y="570909"/>
            <a:ext cx="1137272" cy="158194"/>
          </a:xfrm>
          <a:custGeom>
            <a:avLst/>
            <a:gdLst/>
            <a:ahLst/>
            <a:cxnLst/>
            <a:rect l="l" t="t" r="r" b="b"/>
            <a:pathLst>
              <a:path w="886358" h="123292">
                <a:moveTo>
                  <a:pt x="344728" y="11430"/>
                </a:moveTo>
                <a:lnTo>
                  <a:pt x="344728" y="60198"/>
                </a:lnTo>
                <a:lnTo>
                  <a:pt x="375056" y="60198"/>
                </a:lnTo>
                <a:cubicBezTo>
                  <a:pt x="382473" y="60198"/>
                  <a:pt x="388162" y="58039"/>
                  <a:pt x="392125" y="53721"/>
                </a:cubicBezTo>
                <a:cubicBezTo>
                  <a:pt x="396087" y="49403"/>
                  <a:pt x="398068" y="43434"/>
                  <a:pt x="398068" y="35814"/>
                </a:cubicBezTo>
                <a:cubicBezTo>
                  <a:pt x="398068" y="28194"/>
                  <a:pt x="396087" y="22225"/>
                  <a:pt x="392125" y="17907"/>
                </a:cubicBezTo>
                <a:cubicBezTo>
                  <a:pt x="388162" y="13589"/>
                  <a:pt x="382473" y="11430"/>
                  <a:pt x="375056" y="11430"/>
                </a:cubicBezTo>
                <a:close/>
                <a:moveTo>
                  <a:pt x="836676" y="9906"/>
                </a:moveTo>
                <a:cubicBezTo>
                  <a:pt x="829157" y="9906"/>
                  <a:pt x="822477" y="12065"/>
                  <a:pt x="816635" y="16383"/>
                </a:cubicBezTo>
                <a:cubicBezTo>
                  <a:pt x="810793" y="20701"/>
                  <a:pt x="806272" y="26797"/>
                  <a:pt x="803071" y="34671"/>
                </a:cubicBezTo>
                <a:cubicBezTo>
                  <a:pt x="799871" y="42545"/>
                  <a:pt x="798271" y="51562"/>
                  <a:pt x="798271" y="61722"/>
                </a:cubicBezTo>
                <a:cubicBezTo>
                  <a:pt x="798271" y="71882"/>
                  <a:pt x="799871" y="80874"/>
                  <a:pt x="803071" y="88697"/>
                </a:cubicBezTo>
                <a:cubicBezTo>
                  <a:pt x="806272" y="96520"/>
                  <a:pt x="810793" y="102616"/>
                  <a:pt x="816635" y="106985"/>
                </a:cubicBezTo>
                <a:cubicBezTo>
                  <a:pt x="822477" y="111354"/>
                  <a:pt x="829157" y="113538"/>
                  <a:pt x="836676" y="113538"/>
                </a:cubicBezTo>
                <a:cubicBezTo>
                  <a:pt x="844194" y="113538"/>
                  <a:pt x="850874" y="111354"/>
                  <a:pt x="856716" y="106985"/>
                </a:cubicBezTo>
                <a:cubicBezTo>
                  <a:pt x="862558" y="102616"/>
                  <a:pt x="867105" y="96520"/>
                  <a:pt x="870356" y="88697"/>
                </a:cubicBezTo>
                <a:cubicBezTo>
                  <a:pt x="873607" y="80874"/>
                  <a:pt x="875233" y="71882"/>
                  <a:pt x="875233" y="61722"/>
                </a:cubicBezTo>
                <a:cubicBezTo>
                  <a:pt x="875233" y="51562"/>
                  <a:pt x="873607" y="42545"/>
                  <a:pt x="870356" y="34671"/>
                </a:cubicBezTo>
                <a:cubicBezTo>
                  <a:pt x="867105" y="26797"/>
                  <a:pt x="862558" y="20701"/>
                  <a:pt x="856716" y="16383"/>
                </a:cubicBezTo>
                <a:cubicBezTo>
                  <a:pt x="850874" y="12065"/>
                  <a:pt x="844194" y="9906"/>
                  <a:pt x="836676" y="9906"/>
                </a:cubicBezTo>
                <a:close/>
                <a:moveTo>
                  <a:pt x="608076" y="9906"/>
                </a:moveTo>
                <a:cubicBezTo>
                  <a:pt x="600557" y="9906"/>
                  <a:pt x="593877" y="12065"/>
                  <a:pt x="588035" y="16383"/>
                </a:cubicBezTo>
                <a:cubicBezTo>
                  <a:pt x="582193" y="20701"/>
                  <a:pt x="577672" y="26797"/>
                  <a:pt x="574471" y="34671"/>
                </a:cubicBezTo>
                <a:cubicBezTo>
                  <a:pt x="571271" y="42545"/>
                  <a:pt x="569671" y="51562"/>
                  <a:pt x="569671" y="61722"/>
                </a:cubicBezTo>
                <a:cubicBezTo>
                  <a:pt x="569671" y="71882"/>
                  <a:pt x="571271" y="80874"/>
                  <a:pt x="574471" y="88697"/>
                </a:cubicBezTo>
                <a:cubicBezTo>
                  <a:pt x="577672" y="96520"/>
                  <a:pt x="582193" y="102616"/>
                  <a:pt x="588035" y="106985"/>
                </a:cubicBezTo>
                <a:cubicBezTo>
                  <a:pt x="593877" y="111354"/>
                  <a:pt x="600557" y="113538"/>
                  <a:pt x="608076" y="113538"/>
                </a:cubicBezTo>
                <a:cubicBezTo>
                  <a:pt x="615594" y="113538"/>
                  <a:pt x="622274" y="111354"/>
                  <a:pt x="628116" y="106985"/>
                </a:cubicBezTo>
                <a:cubicBezTo>
                  <a:pt x="633958" y="102616"/>
                  <a:pt x="638505" y="96520"/>
                  <a:pt x="641756" y="88697"/>
                </a:cubicBezTo>
                <a:cubicBezTo>
                  <a:pt x="645007" y="80874"/>
                  <a:pt x="646633" y="71882"/>
                  <a:pt x="646633" y="61722"/>
                </a:cubicBezTo>
                <a:cubicBezTo>
                  <a:pt x="646633" y="51562"/>
                  <a:pt x="645007" y="42545"/>
                  <a:pt x="641756" y="34671"/>
                </a:cubicBezTo>
                <a:cubicBezTo>
                  <a:pt x="638505" y="26797"/>
                  <a:pt x="633958" y="20701"/>
                  <a:pt x="628116" y="16383"/>
                </a:cubicBezTo>
                <a:cubicBezTo>
                  <a:pt x="622274" y="12065"/>
                  <a:pt x="615594" y="9906"/>
                  <a:pt x="608076" y="9906"/>
                </a:cubicBezTo>
                <a:close/>
                <a:moveTo>
                  <a:pt x="150876" y="9906"/>
                </a:moveTo>
                <a:cubicBezTo>
                  <a:pt x="143357" y="9906"/>
                  <a:pt x="136677" y="12065"/>
                  <a:pt x="130835" y="16383"/>
                </a:cubicBezTo>
                <a:cubicBezTo>
                  <a:pt x="124993" y="20701"/>
                  <a:pt x="120472" y="26797"/>
                  <a:pt x="117271" y="34671"/>
                </a:cubicBezTo>
                <a:cubicBezTo>
                  <a:pt x="114071" y="42545"/>
                  <a:pt x="112471" y="51562"/>
                  <a:pt x="112471" y="61722"/>
                </a:cubicBezTo>
                <a:cubicBezTo>
                  <a:pt x="112471" y="71882"/>
                  <a:pt x="114071" y="80874"/>
                  <a:pt x="117271" y="88697"/>
                </a:cubicBezTo>
                <a:cubicBezTo>
                  <a:pt x="120472" y="96520"/>
                  <a:pt x="124993" y="102616"/>
                  <a:pt x="130835" y="106985"/>
                </a:cubicBezTo>
                <a:cubicBezTo>
                  <a:pt x="136677" y="111354"/>
                  <a:pt x="143357" y="113538"/>
                  <a:pt x="150876" y="113538"/>
                </a:cubicBezTo>
                <a:cubicBezTo>
                  <a:pt x="158394" y="113538"/>
                  <a:pt x="165074" y="111354"/>
                  <a:pt x="170916" y="106985"/>
                </a:cubicBezTo>
                <a:cubicBezTo>
                  <a:pt x="176758" y="102616"/>
                  <a:pt x="181305" y="96520"/>
                  <a:pt x="184556" y="88697"/>
                </a:cubicBezTo>
                <a:cubicBezTo>
                  <a:pt x="187807" y="80874"/>
                  <a:pt x="189433" y="71882"/>
                  <a:pt x="189433" y="61722"/>
                </a:cubicBezTo>
                <a:cubicBezTo>
                  <a:pt x="189433" y="51562"/>
                  <a:pt x="187807" y="42545"/>
                  <a:pt x="184556" y="34671"/>
                </a:cubicBezTo>
                <a:cubicBezTo>
                  <a:pt x="181305" y="26797"/>
                  <a:pt x="176758" y="20701"/>
                  <a:pt x="170916" y="16383"/>
                </a:cubicBezTo>
                <a:cubicBezTo>
                  <a:pt x="165074" y="12065"/>
                  <a:pt x="158394" y="9906"/>
                  <a:pt x="150876" y="9906"/>
                </a:cubicBezTo>
                <a:close/>
                <a:moveTo>
                  <a:pt x="476478" y="1677"/>
                </a:moveTo>
                <a:lnTo>
                  <a:pt x="487603" y="1677"/>
                </a:lnTo>
                <a:lnTo>
                  <a:pt x="487603" y="111557"/>
                </a:lnTo>
                <a:lnTo>
                  <a:pt x="541248" y="111557"/>
                </a:lnTo>
                <a:lnTo>
                  <a:pt x="541248" y="121616"/>
                </a:lnTo>
                <a:lnTo>
                  <a:pt x="476478" y="121616"/>
                </a:lnTo>
                <a:close/>
                <a:moveTo>
                  <a:pt x="333603" y="1677"/>
                </a:moveTo>
                <a:lnTo>
                  <a:pt x="376580" y="1677"/>
                </a:lnTo>
                <a:cubicBezTo>
                  <a:pt x="386638" y="1677"/>
                  <a:pt x="394588" y="4776"/>
                  <a:pt x="400430" y="10973"/>
                </a:cubicBezTo>
                <a:cubicBezTo>
                  <a:pt x="406272" y="17171"/>
                  <a:pt x="409194" y="25451"/>
                  <a:pt x="409194" y="35814"/>
                </a:cubicBezTo>
                <a:cubicBezTo>
                  <a:pt x="409194" y="45670"/>
                  <a:pt x="406526" y="53645"/>
                  <a:pt x="401193" y="59741"/>
                </a:cubicBezTo>
                <a:cubicBezTo>
                  <a:pt x="395858" y="65837"/>
                  <a:pt x="388518" y="69190"/>
                  <a:pt x="379171" y="69800"/>
                </a:cubicBezTo>
                <a:lnTo>
                  <a:pt x="417271" y="121616"/>
                </a:lnTo>
                <a:lnTo>
                  <a:pt x="403555" y="121616"/>
                </a:lnTo>
                <a:lnTo>
                  <a:pt x="366369" y="69800"/>
                </a:lnTo>
                <a:lnTo>
                  <a:pt x="344728" y="69800"/>
                </a:lnTo>
                <a:lnTo>
                  <a:pt x="344728" y="121616"/>
                </a:lnTo>
                <a:lnTo>
                  <a:pt x="333603" y="121616"/>
                </a:lnTo>
                <a:close/>
                <a:moveTo>
                  <a:pt x="218846" y="1677"/>
                </a:moveTo>
                <a:lnTo>
                  <a:pt x="229362" y="1677"/>
                </a:lnTo>
                <a:lnTo>
                  <a:pt x="229362" y="78486"/>
                </a:lnTo>
                <a:cubicBezTo>
                  <a:pt x="229362" y="89358"/>
                  <a:pt x="232359" y="97917"/>
                  <a:pt x="238353" y="104166"/>
                </a:cubicBezTo>
                <a:cubicBezTo>
                  <a:pt x="244348" y="110414"/>
                  <a:pt x="252526" y="113538"/>
                  <a:pt x="262890" y="113538"/>
                </a:cubicBezTo>
                <a:cubicBezTo>
                  <a:pt x="273354" y="113538"/>
                  <a:pt x="281584" y="110414"/>
                  <a:pt x="287578" y="104166"/>
                </a:cubicBezTo>
                <a:cubicBezTo>
                  <a:pt x="293573" y="97917"/>
                  <a:pt x="296570" y="89256"/>
                  <a:pt x="296570" y="78182"/>
                </a:cubicBezTo>
                <a:lnTo>
                  <a:pt x="296570" y="1677"/>
                </a:lnTo>
                <a:lnTo>
                  <a:pt x="307695" y="1677"/>
                </a:lnTo>
                <a:lnTo>
                  <a:pt x="307695" y="78639"/>
                </a:lnTo>
                <a:cubicBezTo>
                  <a:pt x="307695" y="87681"/>
                  <a:pt x="305866" y="95555"/>
                  <a:pt x="302209" y="102261"/>
                </a:cubicBezTo>
                <a:cubicBezTo>
                  <a:pt x="298551" y="108966"/>
                  <a:pt x="293370" y="114148"/>
                  <a:pt x="286664" y="117806"/>
                </a:cubicBezTo>
                <a:cubicBezTo>
                  <a:pt x="279958" y="121463"/>
                  <a:pt x="272135" y="123292"/>
                  <a:pt x="263194" y="123292"/>
                </a:cubicBezTo>
                <a:cubicBezTo>
                  <a:pt x="254355" y="123292"/>
                  <a:pt x="246583" y="121463"/>
                  <a:pt x="239877" y="117806"/>
                </a:cubicBezTo>
                <a:cubicBezTo>
                  <a:pt x="233172" y="114148"/>
                  <a:pt x="227990" y="108941"/>
                  <a:pt x="224332" y="102185"/>
                </a:cubicBezTo>
                <a:cubicBezTo>
                  <a:pt x="220675" y="95428"/>
                  <a:pt x="218846" y="87580"/>
                  <a:pt x="218846" y="78639"/>
                </a:cubicBezTo>
                <a:close/>
                <a:moveTo>
                  <a:pt x="0" y="1677"/>
                </a:moveTo>
                <a:lnTo>
                  <a:pt x="13106" y="1677"/>
                </a:lnTo>
                <a:lnTo>
                  <a:pt x="47548" y="61722"/>
                </a:lnTo>
                <a:lnTo>
                  <a:pt x="81838" y="1677"/>
                </a:lnTo>
                <a:lnTo>
                  <a:pt x="94183" y="1677"/>
                </a:lnTo>
                <a:lnTo>
                  <a:pt x="52730" y="71324"/>
                </a:lnTo>
                <a:lnTo>
                  <a:pt x="52730" y="121616"/>
                </a:lnTo>
                <a:lnTo>
                  <a:pt x="41452" y="121616"/>
                </a:lnTo>
                <a:lnTo>
                  <a:pt x="41452" y="71171"/>
                </a:lnTo>
                <a:close/>
                <a:moveTo>
                  <a:pt x="836676" y="0"/>
                </a:moveTo>
                <a:cubicBezTo>
                  <a:pt x="846328" y="0"/>
                  <a:pt x="854913" y="2642"/>
                  <a:pt x="862431" y="7925"/>
                </a:cubicBezTo>
                <a:cubicBezTo>
                  <a:pt x="869950" y="13208"/>
                  <a:pt x="875817" y="20549"/>
                  <a:pt x="880033" y="29947"/>
                </a:cubicBezTo>
                <a:cubicBezTo>
                  <a:pt x="884250" y="39345"/>
                  <a:pt x="886358" y="49937"/>
                  <a:pt x="886358" y="61722"/>
                </a:cubicBezTo>
                <a:cubicBezTo>
                  <a:pt x="886358" y="73508"/>
                  <a:pt x="884250" y="84074"/>
                  <a:pt x="880033" y="93422"/>
                </a:cubicBezTo>
                <a:cubicBezTo>
                  <a:pt x="875817" y="102769"/>
                  <a:pt x="869950" y="110084"/>
                  <a:pt x="862431" y="115367"/>
                </a:cubicBezTo>
                <a:cubicBezTo>
                  <a:pt x="854913" y="120650"/>
                  <a:pt x="846328" y="123292"/>
                  <a:pt x="836676" y="123292"/>
                </a:cubicBezTo>
                <a:cubicBezTo>
                  <a:pt x="827024" y="123292"/>
                  <a:pt x="818438" y="120650"/>
                  <a:pt x="810920" y="115367"/>
                </a:cubicBezTo>
                <a:cubicBezTo>
                  <a:pt x="803402" y="110084"/>
                  <a:pt x="797560" y="102769"/>
                  <a:pt x="793394" y="93422"/>
                </a:cubicBezTo>
                <a:cubicBezTo>
                  <a:pt x="789228" y="84074"/>
                  <a:pt x="787146" y="73508"/>
                  <a:pt x="787146" y="61722"/>
                </a:cubicBezTo>
                <a:cubicBezTo>
                  <a:pt x="787146" y="49937"/>
                  <a:pt x="789228" y="39345"/>
                  <a:pt x="793394" y="29947"/>
                </a:cubicBezTo>
                <a:cubicBezTo>
                  <a:pt x="797560" y="20549"/>
                  <a:pt x="803402" y="13208"/>
                  <a:pt x="810920" y="7925"/>
                </a:cubicBezTo>
                <a:cubicBezTo>
                  <a:pt x="818438" y="2642"/>
                  <a:pt x="827024" y="0"/>
                  <a:pt x="836676" y="0"/>
                </a:cubicBezTo>
                <a:close/>
                <a:moveTo>
                  <a:pt x="722528" y="0"/>
                </a:moveTo>
                <a:cubicBezTo>
                  <a:pt x="732688" y="0"/>
                  <a:pt x="741121" y="2413"/>
                  <a:pt x="747826" y="7239"/>
                </a:cubicBezTo>
                <a:cubicBezTo>
                  <a:pt x="754532" y="12065"/>
                  <a:pt x="759104" y="18441"/>
                  <a:pt x="761542" y="26366"/>
                </a:cubicBezTo>
                <a:lnTo>
                  <a:pt x="752398" y="30938"/>
                </a:lnTo>
                <a:cubicBezTo>
                  <a:pt x="748131" y="16917"/>
                  <a:pt x="738124" y="9906"/>
                  <a:pt x="722376" y="9906"/>
                </a:cubicBezTo>
                <a:cubicBezTo>
                  <a:pt x="714857" y="9906"/>
                  <a:pt x="708228" y="12065"/>
                  <a:pt x="702487" y="16383"/>
                </a:cubicBezTo>
                <a:cubicBezTo>
                  <a:pt x="696747" y="20701"/>
                  <a:pt x="692302" y="26772"/>
                  <a:pt x="689152" y="34595"/>
                </a:cubicBezTo>
                <a:cubicBezTo>
                  <a:pt x="686003" y="42418"/>
                  <a:pt x="684428" y="51461"/>
                  <a:pt x="684428" y="61722"/>
                </a:cubicBezTo>
                <a:cubicBezTo>
                  <a:pt x="684428" y="71984"/>
                  <a:pt x="686003" y="81026"/>
                  <a:pt x="689152" y="88850"/>
                </a:cubicBezTo>
                <a:cubicBezTo>
                  <a:pt x="692302" y="96673"/>
                  <a:pt x="696747" y="102743"/>
                  <a:pt x="702487" y="107061"/>
                </a:cubicBezTo>
                <a:cubicBezTo>
                  <a:pt x="708228" y="111379"/>
                  <a:pt x="714908" y="113538"/>
                  <a:pt x="722528" y="113538"/>
                </a:cubicBezTo>
                <a:cubicBezTo>
                  <a:pt x="732993" y="113538"/>
                  <a:pt x="740816" y="110313"/>
                  <a:pt x="745998" y="103861"/>
                </a:cubicBezTo>
                <a:cubicBezTo>
                  <a:pt x="751179" y="97409"/>
                  <a:pt x="753770" y="88189"/>
                  <a:pt x="753770" y="76200"/>
                </a:cubicBezTo>
                <a:lnTo>
                  <a:pt x="753770" y="71324"/>
                </a:lnTo>
                <a:lnTo>
                  <a:pt x="727405" y="71324"/>
                </a:lnTo>
                <a:lnTo>
                  <a:pt x="727405" y="61418"/>
                </a:lnTo>
                <a:lnTo>
                  <a:pt x="764438" y="61418"/>
                </a:lnTo>
                <a:lnTo>
                  <a:pt x="764438" y="77115"/>
                </a:lnTo>
                <a:cubicBezTo>
                  <a:pt x="764438" y="85954"/>
                  <a:pt x="762939" y="93853"/>
                  <a:pt x="759942" y="100813"/>
                </a:cubicBezTo>
                <a:cubicBezTo>
                  <a:pt x="756945" y="107773"/>
                  <a:pt x="752297" y="113259"/>
                  <a:pt x="745998" y="117272"/>
                </a:cubicBezTo>
                <a:cubicBezTo>
                  <a:pt x="739698" y="121285"/>
                  <a:pt x="731875" y="123292"/>
                  <a:pt x="722528" y="123292"/>
                </a:cubicBezTo>
                <a:cubicBezTo>
                  <a:pt x="712876" y="123292"/>
                  <a:pt x="704291" y="120727"/>
                  <a:pt x="696772" y="115596"/>
                </a:cubicBezTo>
                <a:cubicBezTo>
                  <a:pt x="689254" y="110465"/>
                  <a:pt x="683437" y="103226"/>
                  <a:pt x="679322" y="93879"/>
                </a:cubicBezTo>
                <a:cubicBezTo>
                  <a:pt x="675208" y="84532"/>
                  <a:pt x="673150" y="73813"/>
                  <a:pt x="673150" y="61722"/>
                </a:cubicBezTo>
                <a:cubicBezTo>
                  <a:pt x="673150" y="49632"/>
                  <a:pt x="675208" y="38913"/>
                  <a:pt x="679322" y="29566"/>
                </a:cubicBezTo>
                <a:cubicBezTo>
                  <a:pt x="683437" y="20219"/>
                  <a:pt x="689254" y="12954"/>
                  <a:pt x="696772" y="7773"/>
                </a:cubicBezTo>
                <a:cubicBezTo>
                  <a:pt x="704291" y="2591"/>
                  <a:pt x="712876" y="0"/>
                  <a:pt x="722528" y="0"/>
                </a:cubicBezTo>
                <a:close/>
                <a:moveTo>
                  <a:pt x="608076" y="0"/>
                </a:moveTo>
                <a:cubicBezTo>
                  <a:pt x="617728" y="0"/>
                  <a:pt x="626313" y="2642"/>
                  <a:pt x="633831" y="7925"/>
                </a:cubicBezTo>
                <a:cubicBezTo>
                  <a:pt x="641350" y="13208"/>
                  <a:pt x="647217" y="20549"/>
                  <a:pt x="651433" y="29947"/>
                </a:cubicBezTo>
                <a:cubicBezTo>
                  <a:pt x="655650" y="39345"/>
                  <a:pt x="657758" y="49937"/>
                  <a:pt x="657758" y="61722"/>
                </a:cubicBezTo>
                <a:cubicBezTo>
                  <a:pt x="657758" y="73508"/>
                  <a:pt x="655650" y="84074"/>
                  <a:pt x="651433" y="93422"/>
                </a:cubicBezTo>
                <a:cubicBezTo>
                  <a:pt x="647217" y="102769"/>
                  <a:pt x="641350" y="110084"/>
                  <a:pt x="633831" y="115367"/>
                </a:cubicBezTo>
                <a:cubicBezTo>
                  <a:pt x="626313" y="120650"/>
                  <a:pt x="617728" y="123292"/>
                  <a:pt x="608076" y="123292"/>
                </a:cubicBezTo>
                <a:cubicBezTo>
                  <a:pt x="598424" y="123292"/>
                  <a:pt x="589838" y="120650"/>
                  <a:pt x="582320" y="115367"/>
                </a:cubicBezTo>
                <a:cubicBezTo>
                  <a:pt x="574802" y="110084"/>
                  <a:pt x="568960" y="102769"/>
                  <a:pt x="564794" y="93422"/>
                </a:cubicBezTo>
                <a:cubicBezTo>
                  <a:pt x="560628" y="84074"/>
                  <a:pt x="558546" y="73508"/>
                  <a:pt x="558546" y="61722"/>
                </a:cubicBezTo>
                <a:cubicBezTo>
                  <a:pt x="558546" y="49937"/>
                  <a:pt x="560628" y="39345"/>
                  <a:pt x="564794" y="29947"/>
                </a:cubicBezTo>
                <a:cubicBezTo>
                  <a:pt x="568960" y="20549"/>
                  <a:pt x="574802" y="13208"/>
                  <a:pt x="582320" y="7925"/>
                </a:cubicBezTo>
                <a:cubicBezTo>
                  <a:pt x="589838" y="2642"/>
                  <a:pt x="598424" y="0"/>
                  <a:pt x="608076" y="0"/>
                </a:cubicBezTo>
                <a:close/>
                <a:moveTo>
                  <a:pt x="150876" y="0"/>
                </a:moveTo>
                <a:cubicBezTo>
                  <a:pt x="160528" y="0"/>
                  <a:pt x="169113" y="2642"/>
                  <a:pt x="176631" y="7925"/>
                </a:cubicBezTo>
                <a:cubicBezTo>
                  <a:pt x="184150" y="13208"/>
                  <a:pt x="190017" y="20549"/>
                  <a:pt x="194233" y="29947"/>
                </a:cubicBezTo>
                <a:cubicBezTo>
                  <a:pt x="198450" y="39345"/>
                  <a:pt x="200558" y="49937"/>
                  <a:pt x="200558" y="61722"/>
                </a:cubicBezTo>
                <a:cubicBezTo>
                  <a:pt x="200558" y="73508"/>
                  <a:pt x="198450" y="84074"/>
                  <a:pt x="194233" y="93422"/>
                </a:cubicBezTo>
                <a:cubicBezTo>
                  <a:pt x="190017" y="102769"/>
                  <a:pt x="184150" y="110084"/>
                  <a:pt x="176631" y="115367"/>
                </a:cubicBezTo>
                <a:cubicBezTo>
                  <a:pt x="169113" y="120650"/>
                  <a:pt x="160528" y="123292"/>
                  <a:pt x="150876" y="123292"/>
                </a:cubicBezTo>
                <a:cubicBezTo>
                  <a:pt x="141224" y="123292"/>
                  <a:pt x="132638" y="120650"/>
                  <a:pt x="125120" y="115367"/>
                </a:cubicBezTo>
                <a:cubicBezTo>
                  <a:pt x="117602" y="110084"/>
                  <a:pt x="111760" y="102769"/>
                  <a:pt x="107594" y="93422"/>
                </a:cubicBezTo>
                <a:cubicBezTo>
                  <a:pt x="103428" y="84074"/>
                  <a:pt x="101346" y="73508"/>
                  <a:pt x="101346" y="61722"/>
                </a:cubicBezTo>
                <a:cubicBezTo>
                  <a:pt x="101346" y="49937"/>
                  <a:pt x="103428" y="39345"/>
                  <a:pt x="107594" y="29947"/>
                </a:cubicBezTo>
                <a:cubicBezTo>
                  <a:pt x="111760" y="20549"/>
                  <a:pt x="117602" y="13208"/>
                  <a:pt x="125120" y="7925"/>
                </a:cubicBezTo>
                <a:cubicBezTo>
                  <a:pt x="132638" y="2642"/>
                  <a:pt x="141224" y="0"/>
                  <a:pt x="1508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3152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pitchFamily="18" charset="-122"/>
              <a:ea typeface="OPPOSans R" panose="00020600040101010101" pitchFamily="18" charset="-122"/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822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1544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五月工作评述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爱设计-4">
            <a:extLst>
              <a:ext uri="{FF2B5EF4-FFF2-40B4-BE49-F238E27FC236}">
                <a16:creationId xmlns:a16="http://schemas.microsoft.com/office/drawing/2014/main" id="{9010BC5F-00A9-4A54-8D60-F50EE4518833}"/>
              </a:ext>
            </a:extLst>
          </p:cNvPr>
          <p:cNvSpPr txBox="1"/>
          <p:nvPr/>
        </p:nvSpPr>
        <p:spPr>
          <a:xfrm>
            <a:off x="2491628" y="1766042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重复的危害</a:t>
            </a:r>
          </a:p>
        </p:txBody>
      </p:sp>
      <p:sp>
        <p:nvSpPr>
          <p:cNvPr id="3" name="爱设计-5">
            <a:extLst>
              <a:ext uri="{FF2B5EF4-FFF2-40B4-BE49-F238E27FC236}">
                <a16:creationId xmlns:a16="http://schemas.microsoft.com/office/drawing/2014/main" id="{6DBE4B51-92C0-DA54-C807-80BF3EE57DDA}"/>
              </a:ext>
            </a:extLst>
          </p:cNvPr>
          <p:cNvSpPr txBox="1"/>
          <p:nvPr/>
        </p:nvSpPr>
        <p:spPr>
          <a:xfrm>
            <a:off x="2491629" y="2083344"/>
            <a:ext cx="2675880" cy="119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</a:rPr>
              <a:t>如果你改变其中一处，你必须记得改变其他各处。这不是你是否能记住的问题，而是你何时忘记的问题。</a:t>
            </a:r>
          </a:p>
        </p:txBody>
      </p:sp>
      <p:sp>
        <p:nvSpPr>
          <p:cNvPr id="4" name="爱设计-6">
            <a:extLst>
              <a:ext uri="{FF2B5EF4-FFF2-40B4-BE49-F238E27FC236}">
                <a16:creationId xmlns:a16="http://schemas.microsoft.com/office/drawing/2014/main" id="{C1F60ED9-E692-2BF6-5B8F-C4D4B80BB861}"/>
              </a:ext>
            </a:extLst>
          </p:cNvPr>
          <p:cNvSpPr txBox="1"/>
          <p:nvPr/>
        </p:nvSpPr>
        <p:spPr>
          <a:xfrm>
            <a:off x="1214495" y="1893916"/>
            <a:ext cx="612668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60000">
                      <a:schemeClr val="accent1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1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en-US" altLang="zh-CN" sz="2800" b="0" i="0" dirty="0"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01</a:t>
            </a:r>
            <a:endParaRPr lang="zh-CN" altLang="en-US" sz="2800" b="0" i="0" dirty="0"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5" name="爱设计-7">
            <a:extLst>
              <a:ext uri="{FF2B5EF4-FFF2-40B4-BE49-F238E27FC236}">
                <a16:creationId xmlns:a16="http://schemas.microsoft.com/office/drawing/2014/main" id="{364CC2B4-96F1-2F73-57A6-992D7D7A3D1C}"/>
              </a:ext>
            </a:extLst>
          </p:cNvPr>
          <p:cNvSpPr/>
          <p:nvPr/>
        </p:nvSpPr>
        <p:spPr>
          <a:xfrm>
            <a:off x="2089546" y="2054898"/>
            <a:ext cx="139700" cy="13970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0000">
                <a:schemeClr val="accent1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9" name="爱设计-8">
            <a:extLst>
              <a:ext uri="{FF2B5EF4-FFF2-40B4-BE49-F238E27FC236}">
                <a16:creationId xmlns:a16="http://schemas.microsoft.com/office/drawing/2014/main" id="{7D34E3A9-50E6-8BE8-AEF0-912C5D9B6317}"/>
              </a:ext>
            </a:extLst>
          </p:cNvPr>
          <p:cNvSpPr txBox="1"/>
          <p:nvPr/>
        </p:nvSpPr>
        <p:spPr>
          <a:xfrm>
            <a:off x="1214494" y="3623292"/>
            <a:ext cx="67197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60000">
                      <a:schemeClr val="accent2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2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en-US" altLang="zh-CN" sz="2800" b="0" i="0" dirty="0"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02</a:t>
            </a:r>
            <a:endParaRPr lang="zh-CN" altLang="en-US" sz="2800" b="0" i="0" dirty="0"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10" name="爱设计-9">
            <a:extLst>
              <a:ext uri="{FF2B5EF4-FFF2-40B4-BE49-F238E27FC236}">
                <a16:creationId xmlns:a16="http://schemas.microsoft.com/office/drawing/2014/main" id="{F9F95315-266E-F116-ABCE-802246D53E13}"/>
              </a:ext>
            </a:extLst>
          </p:cNvPr>
          <p:cNvSpPr txBox="1"/>
          <p:nvPr/>
        </p:nvSpPr>
        <p:spPr>
          <a:xfrm>
            <a:off x="2491628" y="3495418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正交性</a:t>
            </a:r>
          </a:p>
        </p:txBody>
      </p:sp>
      <p:sp>
        <p:nvSpPr>
          <p:cNvPr id="11" name="爱设计-10">
            <a:extLst>
              <a:ext uri="{FF2B5EF4-FFF2-40B4-BE49-F238E27FC236}">
                <a16:creationId xmlns:a16="http://schemas.microsoft.com/office/drawing/2014/main" id="{596C29C9-6785-F240-38B8-C0A75B07252D}"/>
              </a:ext>
            </a:extLst>
          </p:cNvPr>
          <p:cNvSpPr txBox="1"/>
          <p:nvPr/>
        </p:nvSpPr>
        <p:spPr>
          <a:xfrm>
            <a:off x="2491629" y="3812720"/>
            <a:ext cx="2675880" cy="914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不相依赖以及解耦，良好的系统中，改变数据库不会影响界面，改变界面不会影响数据库。</a:t>
            </a:r>
          </a:p>
        </p:txBody>
      </p:sp>
      <p:sp>
        <p:nvSpPr>
          <p:cNvPr id="12" name="爱设计-11">
            <a:extLst>
              <a:ext uri="{FF2B5EF4-FFF2-40B4-BE49-F238E27FC236}">
                <a16:creationId xmlns:a16="http://schemas.microsoft.com/office/drawing/2014/main" id="{F9A45873-4059-B7C6-623F-EA4E1A03C30E}"/>
              </a:ext>
            </a:extLst>
          </p:cNvPr>
          <p:cNvSpPr/>
          <p:nvPr/>
        </p:nvSpPr>
        <p:spPr>
          <a:xfrm>
            <a:off x="2089546" y="3784274"/>
            <a:ext cx="139700" cy="139700"/>
          </a:xfrm>
          <a:prstGeom prst="ellipse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sp>
        <p:nvSpPr>
          <p:cNvPr id="13" name="爱设计-12">
            <a:extLst>
              <a:ext uri="{FF2B5EF4-FFF2-40B4-BE49-F238E27FC236}">
                <a16:creationId xmlns:a16="http://schemas.microsoft.com/office/drawing/2014/main" id="{6762D838-D1F2-71CF-9644-0408EE7C6ECF}"/>
              </a:ext>
            </a:extLst>
          </p:cNvPr>
          <p:cNvSpPr txBox="1"/>
          <p:nvPr/>
        </p:nvSpPr>
        <p:spPr>
          <a:xfrm>
            <a:off x="1214494" y="5352667"/>
            <a:ext cx="671979" cy="52322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3200" b="1" i="1">
                <a:gradFill>
                  <a:gsLst>
                    <a:gs pos="0">
                      <a:schemeClr val="accent3">
                        <a:lumMod val="60000"/>
                        <a:lumOff val="40000"/>
                      </a:schemeClr>
                    </a:gs>
                    <a:gs pos="60000">
                      <a:schemeClr val="accent3"/>
                    </a:gs>
                  </a:gsLst>
                  <a:lin ang="2700000" scaled="0"/>
                </a:gradFill>
                <a:effectLst>
                  <a:outerShdw blurRad="76200" dist="50800" dir="5400000" algn="ctr" rotWithShape="0">
                    <a:schemeClr val="accent3">
                      <a:alpha val="20000"/>
                    </a:schemeClr>
                  </a:outerShdw>
                </a:effectLst>
              </a:defRPr>
            </a:lvl1pPr>
          </a:lstStyle>
          <a:p>
            <a:r>
              <a:rPr lang="en-US" altLang="zh-CN" sz="2800" b="0" i="0" dirty="0"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03</a:t>
            </a:r>
            <a:endParaRPr lang="zh-CN" altLang="en-US" sz="2800" b="0" i="0" dirty="0">
              <a:latin typeface="OPPOSans H" panose="00020600040101010101" pitchFamily="18" charset="-122"/>
              <a:ea typeface="OPPOSans H" panose="00020600040101010101" pitchFamily="18" charset="-122"/>
              <a:cs typeface="OPPOSans H" panose="00020600040101010101" pitchFamily="18" charset="-122"/>
            </a:endParaRPr>
          </a:p>
        </p:txBody>
      </p:sp>
      <p:sp>
        <p:nvSpPr>
          <p:cNvPr id="14" name="爱设计-13">
            <a:extLst>
              <a:ext uri="{FF2B5EF4-FFF2-40B4-BE49-F238E27FC236}">
                <a16:creationId xmlns:a16="http://schemas.microsoft.com/office/drawing/2014/main" id="{78F5EB3B-AE7F-5076-F54F-A5CBD54831DC}"/>
              </a:ext>
            </a:extLst>
          </p:cNvPr>
          <p:cNvSpPr txBox="1"/>
          <p:nvPr/>
        </p:nvSpPr>
        <p:spPr>
          <a:xfrm>
            <a:off x="2491628" y="5224793"/>
            <a:ext cx="2675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提高生产率</a:t>
            </a:r>
          </a:p>
        </p:txBody>
      </p:sp>
      <p:sp>
        <p:nvSpPr>
          <p:cNvPr id="15" name="爱设计-14">
            <a:extLst>
              <a:ext uri="{FF2B5EF4-FFF2-40B4-BE49-F238E27FC236}">
                <a16:creationId xmlns:a16="http://schemas.microsoft.com/office/drawing/2014/main" id="{057BC610-D875-E8BE-8BC8-1CE493B460DA}"/>
              </a:ext>
            </a:extLst>
          </p:cNvPr>
          <p:cNvSpPr txBox="1"/>
          <p:nvPr/>
        </p:nvSpPr>
        <p:spPr>
          <a:xfrm>
            <a:off x="2491629" y="5542095"/>
            <a:ext cx="2675880" cy="634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改动得以局部化，增加新代码不用改变已有代码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更好的复用</a:t>
            </a:r>
          </a:p>
        </p:txBody>
      </p:sp>
      <p:sp>
        <p:nvSpPr>
          <p:cNvPr id="16" name="爱设计-15">
            <a:extLst>
              <a:ext uri="{FF2B5EF4-FFF2-40B4-BE49-F238E27FC236}">
                <a16:creationId xmlns:a16="http://schemas.microsoft.com/office/drawing/2014/main" id="{F89F6B39-781E-D9EA-8A3A-C148DB4A6D06}"/>
              </a:ext>
            </a:extLst>
          </p:cNvPr>
          <p:cNvSpPr/>
          <p:nvPr/>
        </p:nvSpPr>
        <p:spPr>
          <a:xfrm>
            <a:off x="2089546" y="5513649"/>
            <a:ext cx="139700" cy="139700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0000">
                <a:schemeClr val="accent3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lstStyle/>
          <a:p>
            <a:pPr algn="ctr" defTabSz="913765"/>
            <a:endParaRPr lang="zh-CN" altLang="en-US" sz="2000" b="1">
              <a:solidFill>
                <a:schemeClr val="bg1"/>
              </a:solidFill>
            </a:endParaRPr>
          </a:p>
        </p:txBody>
      </p:sp>
      <p:cxnSp>
        <p:nvCxnSpPr>
          <p:cNvPr id="17" name="爱设计-16">
            <a:extLst>
              <a:ext uri="{FF2B5EF4-FFF2-40B4-BE49-F238E27FC236}">
                <a16:creationId xmlns:a16="http://schemas.microsoft.com/office/drawing/2014/main" id="{27B8F4EA-6653-B0B8-3B3E-D0629B393B09}"/>
              </a:ext>
            </a:extLst>
          </p:cNvPr>
          <p:cNvCxnSpPr>
            <a:stCxn id="5" idx="4"/>
            <a:endCxn id="12" idx="0"/>
          </p:cNvCxnSpPr>
          <p:nvPr/>
        </p:nvCxnSpPr>
        <p:spPr>
          <a:xfrm>
            <a:off x="2159396" y="2194598"/>
            <a:ext cx="0" cy="1589676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爱设计-17">
            <a:extLst>
              <a:ext uri="{FF2B5EF4-FFF2-40B4-BE49-F238E27FC236}">
                <a16:creationId xmlns:a16="http://schemas.microsoft.com/office/drawing/2014/main" id="{C3781861-E39F-32D7-5521-B4B55FD62EB1}"/>
              </a:ext>
            </a:extLst>
          </p:cNvPr>
          <p:cNvCxnSpPr>
            <a:stCxn id="12" idx="4"/>
            <a:endCxn id="16" idx="0"/>
          </p:cNvCxnSpPr>
          <p:nvPr/>
        </p:nvCxnSpPr>
        <p:spPr>
          <a:xfrm>
            <a:off x="2159396" y="3923974"/>
            <a:ext cx="0" cy="158967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爱设计-18">
            <a:extLst>
              <a:ext uri="{FF2B5EF4-FFF2-40B4-BE49-F238E27FC236}">
                <a16:creationId xmlns:a16="http://schemas.microsoft.com/office/drawing/2014/main" id="{5F970E28-1AA5-6A6C-50F1-9643F999D159}"/>
              </a:ext>
            </a:extLst>
          </p:cNvPr>
          <p:cNvSpPr/>
          <p:nvPr/>
        </p:nvSpPr>
        <p:spPr>
          <a:xfrm>
            <a:off x="5831973" y="1472547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2"/>
            <a:srcRect/>
            <a:tile tx="0" ty="0" sx="100000" sy="100000" flip="none" algn="ctr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爱设计-19">
            <a:extLst>
              <a:ext uri="{FF2B5EF4-FFF2-40B4-BE49-F238E27FC236}">
                <a16:creationId xmlns:a16="http://schemas.microsoft.com/office/drawing/2014/main" id="{2BACDCE2-A851-2D32-4D04-658A15A58307}"/>
              </a:ext>
            </a:extLst>
          </p:cNvPr>
          <p:cNvSpPr/>
          <p:nvPr/>
        </p:nvSpPr>
        <p:spPr>
          <a:xfrm>
            <a:off x="5831973" y="4931298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3"/>
            <a:srcRect/>
            <a:tile tx="0" ty="0" sx="100000" sy="100000" flip="none" algn="bl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爱设计-20">
            <a:extLst>
              <a:ext uri="{FF2B5EF4-FFF2-40B4-BE49-F238E27FC236}">
                <a16:creationId xmlns:a16="http://schemas.microsoft.com/office/drawing/2014/main" id="{39E20FA4-073D-1DB3-F2FA-84910EE13192}"/>
              </a:ext>
            </a:extLst>
          </p:cNvPr>
          <p:cNvSpPr/>
          <p:nvPr/>
        </p:nvSpPr>
        <p:spPr>
          <a:xfrm>
            <a:off x="5831973" y="3201922"/>
            <a:ext cx="5145533" cy="1304402"/>
          </a:xfrm>
          <a:prstGeom prst="roundRect">
            <a:avLst>
              <a:gd name="adj" fmla="val 11294"/>
            </a:avLst>
          </a:prstGeom>
          <a:blipFill dpi="0" rotWithShape="1">
            <a:blip r:embed="rId3"/>
            <a:srcRect/>
            <a:tile tx="0" ty="0" sx="100000" sy="100000" flip="none" algn="r"/>
          </a:blipFill>
          <a:ln w="38100">
            <a:noFill/>
            <a:round/>
            <a:headEnd/>
            <a:tailE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502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3949799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定期为你的知识资产投资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Invest In Your Knowledge Assets Regularly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09B6A106-DA4A-0E0B-7A8C-F6C45E39482B}"/>
              </a:ext>
            </a:extLst>
          </p:cNvPr>
          <p:cNvGrpSpPr/>
          <p:nvPr/>
        </p:nvGrpSpPr>
        <p:grpSpPr>
          <a:xfrm rot="6908885">
            <a:off x="3879684" y="1982670"/>
            <a:ext cx="4232455" cy="4232456"/>
            <a:chOff x="5385760" y="1076702"/>
            <a:chExt cx="4711958" cy="4711958"/>
          </a:xfrm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9CE7DF73-7CC6-8D92-CF4F-8EF23D2EA00E}"/>
                </a:ext>
              </a:extLst>
            </p:cNvPr>
            <p:cNvSpPr/>
            <p:nvPr/>
          </p:nvSpPr>
          <p:spPr>
            <a:xfrm>
              <a:off x="5385760" y="1180148"/>
              <a:ext cx="4608512" cy="4608512"/>
            </a:xfrm>
            <a:prstGeom prst="arc">
              <a:avLst>
                <a:gd name="adj1" fmla="val 18315469"/>
                <a:gd name="adj2" fmla="val 622228"/>
              </a:avLst>
            </a:prstGeom>
            <a:ln w="22225" cap="rnd">
              <a:gradFill>
                <a:gsLst>
                  <a:gs pos="5300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bevel/>
              <a:tailEnd type="arrow"/>
            </a:ln>
            <a:effectLst>
              <a:outerShdw blurRad="76200" dist="38100" dir="5400000" algn="t" rotWithShape="0">
                <a:schemeClr val="accent2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D5B1695C-0C14-459D-2604-D2AE214CB9BD}"/>
                </a:ext>
              </a:extLst>
            </p:cNvPr>
            <p:cNvSpPr/>
            <p:nvPr/>
          </p:nvSpPr>
          <p:spPr>
            <a:xfrm>
              <a:off x="5590437" y="1401009"/>
              <a:ext cx="4166790" cy="4166790"/>
            </a:xfrm>
            <a:prstGeom prst="arc">
              <a:avLst>
                <a:gd name="adj1" fmla="val 18023424"/>
                <a:gd name="adj2" fmla="val 20271841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8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DAC1C431-8621-71AF-5C43-83B5F449DC6A}"/>
                </a:ext>
              </a:extLst>
            </p:cNvPr>
            <p:cNvSpPr/>
            <p:nvPr/>
          </p:nvSpPr>
          <p:spPr>
            <a:xfrm>
              <a:off x="5827482" y="1076702"/>
              <a:ext cx="4270236" cy="4270236"/>
            </a:xfrm>
            <a:prstGeom prst="arc">
              <a:avLst>
                <a:gd name="adj1" fmla="val 18023424"/>
                <a:gd name="adj2" fmla="val 21208370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sp>
        <p:nvSpPr>
          <p:cNvPr id="9" name="爱设计-5">
            <a:extLst>
              <a:ext uri="{FF2B5EF4-FFF2-40B4-BE49-F238E27FC236}">
                <a16:creationId xmlns:a16="http://schemas.microsoft.com/office/drawing/2014/main" id="{77E592E9-9947-C31B-9640-902E383F8906}"/>
              </a:ext>
            </a:extLst>
          </p:cNvPr>
          <p:cNvSpPr/>
          <p:nvPr/>
        </p:nvSpPr>
        <p:spPr>
          <a:xfrm rot="14103440">
            <a:off x="3990838" y="2040603"/>
            <a:ext cx="4139536" cy="4139537"/>
          </a:xfrm>
          <a:prstGeom prst="arc">
            <a:avLst>
              <a:gd name="adj1" fmla="val 18315469"/>
              <a:gd name="adj2" fmla="val 622228"/>
            </a:avLst>
          </a:prstGeom>
          <a:ln w="22225" cap="rnd">
            <a:gradFill>
              <a:gsLst>
                <a:gs pos="53000">
                  <a:schemeClr val="accent2">
                    <a:alpha val="0"/>
                  </a:schemeClr>
                </a:gs>
                <a:gs pos="100000">
                  <a:schemeClr val="accent2"/>
                </a:gs>
              </a:gsLst>
              <a:lin ang="0" scaled="0"/>
            </a:gradFill>
            <a:bevel/>
            <a:tailEnd type="arrow"/>
          </a:ln>
          <a:effectLst>
            <a:outerShdw blurRad="76200" dist="38100" dir="5400000" algn="t" rotWithShape="0">
              <a:schemeClr val="accent2">
                <a:alpha val="35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0" name="爱设计-6">
            <a:extLst>
              <a:ext uri="{FF2B5EF4-FFF2-40B4-BE49-F238E27FC236}">
                <a16:creationId xmlns:a16="http://schemas.microsoft.com/office/drawing/2014/main" id="{BEBCD862-FCE7-5551-BA2A-E9074C1E1E79}"/>
              </a:ext>
            </a:extLst>
          </p:cNvPr>
          <p:cNvSpPr/>
          <p:nvPr/>
        </p:nvSpPr>
        <p:spPr>
          <a:xfrm rot="14103440">
            <a:off x="3801822" y="2132060"/>
            <a:ext cx="3835685" cy="3835686"/>
          </a:xfrm>
          <a:prstGeom prst="arc">
            <a:avLst>
              <a:gd name="adj1" fmla="val 18023424"/>
              <a:gd name="adj2" fmla="val 21208370"/>
            </a:avLst>
          </a:prstGeom>
          <a:ln w="19050" cap="rnd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0"/>
            </a:gradFill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1" name="爱设计-7">
            <a:extLst>
              <a:ext uri="{FF2B5EF4-FFF2-40B4-BE49-F238E27FC236}">
                <a16:creationId xmlns:a16="http://schemas.microsoft.com/office/drawing/2014/main" id="{3D0BE3B3-4411-17EA-122A-7A491F349361}"/>
              </a:ext>
            </a:extLst>
          </p:cNvPr>
          <p:cNvSpPr/>
          <p:nvPr/>
        </p:nvSpPr>
        <p:spPr>
          <a:xfrm rot="14103440">
            <a:off x="4231965" y="2289858"/>
            <a:ext cx="3617380" cy="3617380"/>
          </a:xfrm>
          <a:prstGeom prst="arc">
            <a:avLst>
              <a:gd name="adj1" fmla="val 18023424"/>
              <a:gd name="adj2" fmla="val 20267252"/>
            </a:avLst>
          </a:prstGeom>
          <a:ln w="19050" cap="rnd">
            <a:gradFill>
              <a:gsLst>
                <a:gs pos="0">
                  <a:schemeClr val="bg1">
                    <a:lumMod val="65000"/>
                    <a:alpha val="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5400000" scaled="0"/>
            </a:gradFill>
            <a:bevel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2" name="爱设计-8">
            <a:extLst>
              <a:ext uri="{FF2B5EF4-FFF2-40B4-BE49-F238E27FC236}">
                <a16:creationId xmlns:a16="http://schemas.microsoft.com/office/drawing/2014/main" id="{B924161F-DFD7-3CD8-41D2-B22498103F4A}"/>
              </a:ext>
            </a:extLst>
          </p:cNvPr>
          <p:cNvSpPr/>
          <p:nvPr/>
        </p:nvSpPr>
        <p:spPr>
          <a:xfrm rot="16200000">
            <a:off x="5362572" y="1650592"/>
            <a:ext cx="1137327" cy="980455"/>
          </a:xfrm>
          <a:prstGeom prst="hexagon">
            <a:avLst/>
          </a:prstGeom>
          <a:gradFill flip="none" rotWithShape="1">
            <a:gsLst>
              <a:gs pos="0">
                <a:schemeClr val="accent1">
                  <a:lumMod val="80000"/>
                  <a:lumOff val="20000"/>
                </a:schemeClr>
              </a:gs>
              <a:gs pos="76000">
                <a:schemeClr val="accent1"/>
              </a:gs>
            </a:gsLst>
            <a:path path="circle">
              <a:fillToRect l="100000" b="100000"/>
            </a:path>
            <a:tileRect t="-100000" r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3" name="爱设计-9">
            <a:extLst>
              <a:ext uri="{FF2B5EF4-FFF2-40B4-BE49-F238E27FC236}">
                <a16:creationId xmlns:a16="http://schemas.microsoft.com/office/drawing/2014/main" id="{3B1897A3-B871-895E-2F04-C1275B9C7091}"/>
              </a:ext>
            </a:extLst>
          </p:cNvPr>
          <p:cNvSpPr/>
          <p:nvPr/>
        </p:nvSpPr>
        <p:spPr>
          <a:xfrm rot="16200000">
            <a:off x="5065753" y="3303672"/>
            <a:ext cx="1728657" cy="1490222"/>
          </a:xfrm>
          <a:prstGeom prst="hexagon">
            <a:avLst>
              <a:gd name="adj" fmla="val 27834"/>
              <a:gd name="vf" fmla="val 115470"/>
            </a:avLst>
          </a:prstGeom>
          <a:gradFill flip="none" rotWithShape="1">
            <a:gsLst>
              <a:gs pos="0">
                <a:schemeClr val="accent2">
                  <a:lumMod val="85000"/>
                  <a:lumOff val="15000"/>
                </a:schemeClr>
              </a:gs>
              <a:gs pos="76000">
                <a:schemeClr val="accent2"/>
              </a:gs>
            </a:gsLst>
            <a:path path="circle">
              <a:fillToRect l="100000" b="100000"/>
            </a:path>
            <a:tileRect t="-100000" r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14" name="爱设计-10">
            <a:extLst>
              <a:ext uri="{FF2B5EF4-FFF2-40B4-BE49-F238E27FC236}">
                <a16:creationId xmlns:a16="http://schemas.microsoft.com/office/drawing/2014/main" id="{93288A8B-93B5-5F52-A26B-6DC3596F52A5}"/>
              </a:ext>
            </a:extLst>
          </p:cNvPr>
          <p:cNvSpPr/>
          <p:nvPr/>
        </p:nvSpPr>
        <p:spPr>
          <a:xfrm>
            <a:off x="4821324" y="2897029"/>
            <a:ext cx="2303506" cy="2303506"/>
          </a:xfrm>
          <a:prstGeom prst="ellipse">
            <a:avLst/>
          </a:prstGeom>
          <a:noFill/>
          <a:ln w="22225">
            <a:gradFill>
              <a:gsLst>
                <a:gs pos="49000">
                  <a:schemeClr val="accent1">
                    <a:lumMod val="60000"/>
                    <a:lumOff val="40000"/>
                    <a:alpha val="50000"/>
                  </a:schemeClr>
                </a:gs>
                <a:gs pos="0">
                  <a:schemeClr val="accent1">
                    <a:alpha val="46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2700000" scaled="0"/>
            </a:gradFill>
          </a:ln>
          <a:effectLst>
            <a:outerShdw blurRad="254000" dist="38100" dir="5400000" algn="t" rotWithShape="0">
              <a:srgbClr val="FF9419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15" name="爱设计-11">
            <a:extLst>
              <a:ext uri="{FF2B5EF4-FFF2-40B4-BE49-F238E27FC236}">
                <a16:creationId xmlns:a16="http://schemas.microsoft.com/office/drawing/2014/main" id="{9673F72F-EC4F-1948-BFBA-0686EB7F3605}"/>
              </a:ext>
            </a:extLst>
          </p:cNvPr>
          <p:cNvGrpSpPr/>
          <p:nvPr/>
        </p:nvGrpSpPr>
        <p:grpSpPr>
          <a:xfrm>
            <a:off x="4014585" y="2118408"/>
            <a:ext cx="3916987" cy="3916987"/>
            <a:chOff x="5385760" y="1076702"/>
            <a:chExt cx="4711958" cy="4711958"/>
          </a:xfrm>
          <a:effectLst/>
        </p:grpSpPr>
        <p:sp>
          <p:nvSpPr>
            <p:cNvPr id="16" name="爱设计-11-1">
              <a:extLst>
                <a:ext uri="{FF2B5EF4-FFF2-40B4-BE49-F238E27FC236}">
                  <a16:creationId xmlns:a16="http://schemas.microsoft.com/office/drawing/2014/main" id="{EA9B1450-98ED-EB33-3ABF-A899DDAF4B60}"/>
                </a:ext>
              </a:extLst>
            </p:cNvPr>
            <p:cNvSpPr/>
            <p:nvPr/>
          </p:nvSpPr>
          <p:spPr>
            <a:xfrm>
              <a:off x="5385760" y="1180148"/>
              <a:ext cx="4608512" cy="4608512"/>
            </a:xfrm>
            <a:prstGeom prst="arc">
              <a:avLst>
                <a:gd name="adj1" fmla="val 18315469"/>
                <a:gd name="adj2" fmla="val 622228"/>
              </a:avLst>
            </a:prstGeom>
            <a:ln w="22225" cap="rnd">
              <a:gradFill>
                <a:gsLst>
                  <a:gs pos="53000">
                    <a:schemeClr val="accent2">
                      <a:alpha val="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bevel/>
              <a:tailEnd type="arrow"/>
            </a:ln>
            <a:effectLst>
              <a:outerShdw blurRad="76200" dist="38100" dir="5400000" algn="t" rotWithShape="0">
                <a:schemeClr val="accent2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17" name="爱设计-11-2">
              <a:extLst>
                <a:ext uri="{FF2B5EF4-FFF2-40B4-BE49-F238E27FC236}">
                  <a16:creationId xmlns:a16="http://schemas.microsoft.com/office/drawing/2014/main" id="{E991ABF0-F494-318C-7130-87C26A11C44D}"/>
                </a:ext>
              </a:extLst>
            </p:cNvPr>
            <p:cNvSpPr/>
            <p:nvPr/>
          </p:nvSpPr>
          <p:spPr>
            <a:xfrm>
              <a:off x="5590437" y="1401009"/>
              <a:ext cx="4166790" cy="4166790"/>
            </a:xfrm>
            <a:prstGeom prst="arc">
              <a:avLst>
                <a:gd name="adj1" fmla="val 18023424"/>
                <a:gd name="adj2" fmla="val 20267252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  <p:sp>
          <p:nvSpPr>
            <p:cNvPr id="18" name="爱设计-11-3">
              <a:extLst>
                <a:ext uri="{FF2B5EF4-FFF2-40B4-BE49-F238E27FC236}">
                  <a16:creationId xmlns:a16="http://schemas.microsoft.com/office/drawing/2014/main" id="{4D0A032E-4873-2884-5170-290896FC1E8C}"/>
                </a:ext>
              </a:extLst>
            </p:cNvPr>
            <p:cNvSpPr/>
            <p:nvPr/>
          </p:nvSpPr>
          <p:spPr>
            <a:xfrm>
              <a:off x="5827482" y="1076702"/>
              <a:ext cx="4270236" cy="4270236"/>
            </a:xfrm>
            <a:prstGeom prst="arc">
              <a:avLst>
                <a:gd name="adj1" fmla="val 18023424"/>
                <a:gd name="adj2" fmla="val 21208370"/>
              </a:avLst>
            </a:prstGeom>
            <a:ln w="19050" cap="rnd">
              <a:gradFill>
                <a:gsLst>
                  <a:gs pos="0">
                    <a:schemeClr val="bg1">
                      <a:lumMod val="75000"/>
                      <a:alpha val="0"/>
                    </a:schemeClr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0"/>
              </a:gradFill>
              <a:bevel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OPPOSans R" panose="00020600040101010101" pitchFamily="18" charset="-122"/>
                <a:ea typeface="OPPOSans R" panose="00020600040101010101" pitchFamily="18" charset="-122"/>
              </a:endParaRPr>
            </a:p>
          </p:txBody>
        </p:sp>
      </p:grpSp>
      <p:grpSp>
        <p:nvGrpSpPr>
          <p:cNvPr id="19" name="爱设计-12">
            <a:extLst>
              <a:ext uri="{FF2B5EF4-FFF2-40B4-BE49-F238E27FC236}">
                <a16:creationId xmlns:a16="http://schemas.microsoft.com/office/drawing/2014/main" id="{9CFE3035-B090-AC70-B874-2A460D208097}"/>
              </a:ext>
            </a:extLst>
          </p:cNvPr>
          <p:cNvGrpSpPr/>
          <p:nvPr/>
        </p:nvGrpSpPr>
        <p:grpSpPr>
          <a:xfrm>
            <a:off x="5184971" y="1572156"/>
            <a:ext cx="1490223" cy="2926169"/>
            <a:chOff x="5215847" y="1063607"/>
            <a:chExt cx="1792671" cy="3520046"/>
          </a:xfrm>
        </p:grpSpPr>
        <p:cxnSp>
          <p:nvCxnSpPr>
            <p:cNvPr id="20" name="爱设计-12-1">
              <a:extLst>
                <a:ext uri="{FF2B5EF4-FFF2-40B4-BE49-F238E27FC236}">
                  <a16:creationId xmlns:a16="http://schemas.microsoft.com/office/drawing/2014/main" id="{125F35F9-E8C0-C425-0652-1A9C04A2EB28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爱设计-12-2">
              <a:extLst>
                <a:ext uri="{FF2B5EF4-FFF2-40B4-BE49-F238E27FC236}">
                  <a16:creationId xmlns:a16="http://schemas.microsoft.com/office/drawing/2014/main" id="{0B188E32-BE78-4FFC-12A4-160B8EEADBA6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 flipV="1">
              <a:off x="5523854" y="1748603"/>
              <a:ext cx="588330" cy="388298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爱设计-12-3">
              <a:extLst>
                <a:ext uri="{FF2B5EF4-FFF2-40B4-BE49-F238E27FC236}">
                  <a16:creationId xmlns:a16="http://schemas.microsoft.com/office/drawing/2014/main" id="{397B2F57-F12E-E8E1-6B35-12B109ACC229}"/>
                </a:ext>
              </a:extLst>
            </p:cNvPr>
            <p:cNvCxnSpPr>
              <a:cxnSpLocks/>
              <a:stCxn id="12" idx="2"/>
            </p:cNvCxnSpPr>
            <p:nvPr/>
          </p:nvCxnSpPr>
          <p:spPr>
            <a:xfrm flipH="1" flipV="1">
              <a:off x="6135454" y="1762126"/>
              <a:ext cx="567840" cy="374773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爱设计-12-4">
              <a:extLst>
                <a:ext uri="{FF2B5EF4-FFF2-40B4-BE49-F238E27FC236}">
                  <a16:creationId xmlns:a16="http://schemas.microsoft.com/office/drawing/2014/main" id="{56EF87FB-C199-5330-A105-5EDE905F695A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6112182" y="3003128"/>
              <a:ext cx="2" cy="104145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爱设计-12-5">
              <a:extLst>
                <a:ext uri="{FF2B5EF4-FFF2-40B4-BE49-F238E27FC236}">
                  <a16:creationId xmlns:a16="http://schemas.microsoft.com/office/drawing/2014/main" id="{92E93007-2B09-4566-2DD4-1FF2BC2561B9}"/>
                </a:ext>
              </a:extLst>
            </p:cNvPr>
            <p:cNvCxnSpPr>
              <a:cxnSpLocks/>
              <a:stCxn id="13" idx="4"/>
            </p:cNvCxnSpPr>
            <p:nvPr/>
          </p:nvCxnSpPr>
          <p:spPr>
            <a:xfrm flipV="1">
              <a:off x="5215847" y="4044591"/>
              <a:ext cx="893495" cy="539062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5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爱设计-12-6">
              <a:extLst>
                <a:ext uri="{FF2B5EF4-FFF2-40B4-BE49-F238E27FC236}">
                  <a16:creationId xmlns:a16="http://schemas.microsoft.com/office/drawing/2014/main" id="{2614A2F6-0A7A-B7A4-2F81-D5FCF52CF0F7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 flipV="1">
              <a:off x="6121762" y="4048654"/>
              <a:ext cx="886756" cy="53499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爱设计-13">
            <a:extLst>
              <a:ext uri="{FF2B5EF4-FFF2-40B4-BE49-F238E27FC236}">
                <a16:creationId xmlns:a16="http://schemas.microsoft.com/office/drawing/2014/main" id="{95810F38-DEC2-1120-DE92-827AAFD4A440}"/>
              </a:ext>
            </a:extLst>
          </p:cNvPr>
          <p:cNvSpPr/>
          <p:nvPr/>
        </p:nvSpPr>
        <p:spPr>
          <a:xfrm rot="16200000">
            <a:off x="6962409" y="4561553"/>
            <a:ext cx="1137327" cy="9804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27" name="爱设计-14">
            <a:extLst>
              <a:ext uri="{FF2B5EF4-FFF2-40B4-BE49-F238E27FC236}">
                <a16:creationId xmlns:a16="http://schemas.microsoft.com/office/drawing/2014/main" id="{5FE399D6-E2BF-CBDD-6C59-E9C4AB11C6FD}"/>
              </a:ext>
            </a:extLst>
          </p:cNvPr>
          <p:cNvGrpSpPr/>
          <p:nvPr/>
        </p:nvGrpSpPr>
        <p:grpSpPr>
          <a:xfrm>
            <a:off x="7040847" y="4487090"/>
            <a:ext cx="980455" cy="892215"/>
            <a:chOff x="5523853" y="1063607"/>
            <a:chExt cx="1179443" cy="1073293"/>
          </a:xfrm>
        </p:grpSpPr>
        <p:cxnSp>
          <p:nvCxnSpPr>
            <p:cNvPr id="28" name="爱设计-14-1">
              <a:extLst>
                <a:ext uri="{FF2B5EF4-FFF2-40B4-BE49-F238E27FC236}">
                  <a16:creationId xmlns:a16="http://schemas.microsoft.com/office/drawing/2014/main" id="{9324010A-49B0-3C5B-22E0-0923919925D8}"/>
                </a:ext>
              </a:extLst>
            </p:cNvPr>
            <p:cNvCxnSpPr>
              <a:cxnSpLocks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爱设计-14-2">
              <a:extLst>
                <a:ext uri="{FF2B5EF4-FFF2-40B4-BE49-F238E27FC236}">
                  <a16:creationId xmlns:a16="http://schemas.microsoft.com/office/drawing/2014/main" id="{EB7918CA-01E6-337B-2513-3FD3AA5729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3853" y="1748601"/>
              <a:ext cx="588331" cy="38829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爱设计-14-3">
              <a:extLst>
                <a:ext uri="{FF2B5EF4-FFF2-40B4-BE49-F238E27FC236}">
                  <a16:creationId xmlns:a16="http://schemas.microsoft.com/office/drawing/2014/main" id="{8C4554E2-9871-3677-8870-D55A174990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455" y="1762125"/>
              <a:ext cx="567841" cy="37477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爱设计-15">
            <a:extLst>
              <a:ext uri="{FF2B5EF4-FFF2-40B4-BE49-F238E27FC236}">
                <a16:creationId xmlns:a16="http://schemas.microsoft.com/office/drawing/2014/main" id="{87FA5F9A-FFE9-D94F-0635-6EA9F272D811}"/>
              </a:ext>
            </a:extLst>
          </p:cNvPr>
          <p:cNvSpPr/>
          <p:nvPr/>
        </p:nvSpPr>
        <p:spPr>
          <a:xfrm rot="16200000">
            <a:off x="3744234" y="4572432"/>
            <a:ext cx="1137327" cy="980455"/>
          </a:xfrm>
          <a:prstGeom prst="hexagon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tx1"/>
              </a:solidFill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grpSp>
        <p:nvGrpSpPr>
          <p:cNvPr id="32" name="爱设计-16">
            <a:extLst>
              <a:ext uri="{FF2B5EF4-FFF2-40B4-BE49-F238E27FC236}">
                <a16:creationId xmlns:a16="http://schemas.microsoft.com/office/drawing/2014/main" id="{473DB269-FC7F-CF06-AF40-27B2DC0F5019}"/>
              </a:ext>
            </a:extLst>
          </p:cNvPr>
          <p:cNvGrpSpPr/>
          <p:nvPr/>
        </p:nvGrpSpPr>
        <p:grpSpPr>
          <a:xfrm>
            <a:off x="3823532" y="4500778"/>
            <a:ext cx="980455" cy="892215"/>
            <a:chOff x="5523853" y="1063607"/>
            <a:chExt cx="1179443" cy="1073293"/>
          </a:xfrm>
        </p:grpSpPr>
        <p:cxnSp>
          <p:nvCxnSpPr>
            <p:cNvPr id="33" name="爱设计-16-1">
              <a:extLst>
                <a:ext uri="{FF2B5EF4-FFF2-40B4-BE49-F238E27FC236}">
                  <a16:creationId xmlns:a16="http://schemas.microsoft.com/office/drawing/2014/main" id="{00743F02-3A6B-6DE3-1349-3AF72FA7643F}"/>
                </a:ext>
              </a:extLst>
            </p:cNvPr>
            <p:cNvCxnSpPr>
              <a:cxnSpLocks/>
            </p:cNvCxnSpPr>
            <p:nvPr/>
          </p:nvCxnSpPr>
          <p:spPr>
            <a:xfrm>
              <a:off x="6113575" y="1063607"/>
              <a:ext cx="0" cy="684076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爱设计-16-2">
              <a:extLst>
                <a:ext uri="{FF2B5EF4-FFF2-40B4-BE49-F238E27FC236}">
                  <a16:creationId xmlns:a16="http://schemas.microsoft.com/office/drawing/2014/main" id="{001F451C-DE93-1EE4-A9F7-65B1E81C39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23853" y="1748601"/>
              <a:ext cx="588331" cy="388299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爱设计-16-3">
              <a:extLst>
                <a:ext uri="{FF2B5EF4-FFF2-40B4-BE49-F238E27FC236}">
                  <a16:creationId xmlns:a16="http://schemas.microsoft.com/office/drawing/2014/main" id="{48C33F82-79D4-FFF9-83FE-A820E44505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5455" y="1762125"/>
              <a:ext cx="567841" cy="374775"/>
            </a:xfrm>
            <a:prstGeom prst="line">
              <a:avLst/>
            </a:prstGeom>
            <a:ln w="12700">
              <a:gradFill>
                <a:gsLst>
                  <a:gs pos="0">
                    <a:schemeClr val="bg1">
                      <a:alpha val="80000"/>
                    </a:schemeClr>
                  </a:gs>
                  <a:gs pos="70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爱设计-17">
            <a:extLst>
              <a:ext uri="{FF2B5EF4-FFF2-40B4-BE49-F238E27FC236}">
                <a16:creationId xmlns:a16="http://schemas.microsoft.com/office/drawing/2014/main" id="{FD0904C8-90BC-3E37-6F00-87BDF29AE015}"/>
              </a:ext>
            </a:extLst>
          </p:cNvPr>
          <p:cNvSpPr txBox="1"/>
          <p:nvPr/>
        </p:nvSpPr>
        <p:spPr>
          <a:xfrm>
            <a:off x="2771772" y="468410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多元化</a:t>
            </a:r>
          </a:p>
        </p:txBody>
      </p:sp>
      <p:sp>
        <p:nvSpPr>
          <p:cNvPr id="37" name="爱设计-18">
            <a:extLst>
              <a:ext uri="{FF2B5EF4-FFF2-40B4-BE49-F238E27FC236}">
                <a16:creationId xmlns:a16="http://schemas.microsoft.com/office/drawing/2014/main" id="{414BAE67-791D-331D-2926-D67301A28974}"/>
              </a:ext>
            </a:extLst>
          </p:cNvPr>
          <p:cNvSpPr txBox="1">
            <a:spLocks/>
          </p:cNvSpPr>
          <p:nvPr/>
        </p:nvSpPr>
        <p:spPr>
          <a:xfrm>
            <a:off x="660400" y="5040899"/>
            <a:ext cx="3084313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rPr>
              <a:t>你知道的不同的事情越多，你就越有价值。作为底线，你需要知道你目前所用的特定技术的各种特性。</a:t>
            </a:r>
          </a:p>
        </p:txBody>
      </p:sp>
      <p:sp>
        <p:nvSpPr>
          <p:cNvPr id="38" name="爱设计-19">
            <a:extLst>
              <a:ext uri="{FF2B5EF4-FFF2-40B4-BE49-F238E27FC236}">
                <a16:creationId xmlns:a16="http://schemas.microsoft.com/office/drawing/2014/main" id="{BE0A3FA0-B492-4A05-8457-E8257DF920F2}"/>
              </a:ext>
            </a:extLst>
          </p:cNvPr>
          <p:cNvSpPr txBox="1"/>
          <p:nvPr/>
        </p:nvSpPr>
        <p:spPr>
          <a:xfrm>
            <a:off x="6580354" y="175121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定期投资。</a:t>
            </a:r>
          </a:p>
        </p:txBody>
      </p:sp>
      <p:sp>
        <p:nvSpPr>
          <p:cNvPr id="39" name="爱设计-20">
            <a:extLst>
              <a:ext uri="{FF2B5EF4-FFF2-40B4-BE49-F238E27FC236}">
                <a16:creationId xmlns:a16="http://schemas.microsoft.com/office/drawing/2014/main" id="{B2FC2010-A694-9DC1-B9D0-D2E7C576DC75}"/>
              </a:ext>
            </a:extLst>
          </p:cNvPr>
          <p:cNvSpPr txBox="1">
            <a:spLocks/>
          </p:cNvSpPr>
          <p:nvPr/>
        </p:nvSpPr>
        <p:spPr>
          <a:xfrm>
            <a:off x="6580355" y="2109929"/>
            <a:ext cx="4096886" cy="596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rPr>
              <a:t>就像金融投资一样，你必须定期为你的知识资产投资。即使投资量很小，习惯自身也和总量一样重要。</a:t>
            </a:r>
          </a:p>
        </p:txBody>
      </p:sp>
      <p:sp>
        <p:nvSpPr>
          <p:cNvPr id="40" name="爱设计-21">
            <a:extLst>
              <a:ext uri="{FF2B5EF4-FFF2-40B4-BE49-F238E27FC236}">
                <a16:creationId xmlns:a16="http://schemas.microsoft.com/office/drawing/2014/main" id="{5FB7A07F-9384-CE92-B275-6139DC668D25}"/>
              </a:ext>
            </a:extLst>
          </p:cNvPr>
          <p:cNvSpPr txBox="1"/>
          <p:nvPr/>
        </p:nvSpPr>
        <p:spPr>
          <a:xfrm>
            <a:off x="8094733" y="466662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管理风险</a:t>
            </a:r>
          </a:p>
        </p:txBody>
      </p:sp>
      <p:sp>
        <p:nvSpPr>
          <p:cNvPr id="41" name="爱设计-22">
            <a:extLst>
              <a:ext uri="{FF2B5EF4-FFF2-40B4-BE49-F238E27FC236}">
                <a16:creationId xmlns:a16="http://schemas.microsoft.com/office/drawing/2014/main" id="{F0845B9B-814F-B1FA-C1D0-1680052AAF1D}"/>
              </a:ext>
            </a:extLst>
          </p:cNvPr>
          <p:cNvSpPr txBox="1">
            <a:spLocks/>
          </p:cNvSpPr>
          <p:nvPr/>
        </p:nvSpPr>
        <p:spPr>
          <a:xfrm>
            <a:off x="8094733" y="4998118"/>
            <a:ext cx="2977063" cy="855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R" panose="00020600040101010101" pitchFamily="18" charset="-122"/>
              </a:rPr>
              <a:t>从高风险、可能有高回报，到低风险、低回报，技术存在于这样一条谱带上。</a:t>
            </a:r>
          </a:p>
        </p:txBody>
      </p:sp>
      <p:sp>
        <p:nvSpPr>
          <p:cNvPr id="42" name="爱设计-23">
            <a:extLst>
              <a:ext uri="{FF2B5EF4-FFF2-40B4-BE49-F238E27FC236}">
                <a16:creationId xmlns:a16="http://schemas.microsoft.com/office/drawing/2014/main" id="{DB45E05C-0DAC-F579-614F-7A0CD38A6C75}"/>
              </a:ext>
            </a:extLst>
          </p:cNvPr>
          <p:cNvSpPr/>
          <p:nvPr/>
        </p:nvSpPr>
        <p:spPr>
          <a:xfrm>
            <a:off x="5753057" y="1961783"/>
            <a:ext cx="369979" cy="369979"/>
          </a:xfrm>
          <a:custGeom>
            <a:avLst/>
            <a:gdLst>
              <a:gd name="connsiteX0" fmla="*/ 438553 w 720000"/>
              <a:gd name="connsiteY0" fmla="*/ 189601 h 720000"/>
              <a:gd name="connsiteX1" fmla="*/ 503636 w 720000"/>
              <a:gd name="connsiteY1" fmla="*/ 216365 h 720000"/>
              <a:gd name="connsiteX2" fmla="*/ 503636 w 720000"/>
              <a:gd name="connsiteY2" fmla="*/ 346445 h 720000"/>
              <a:gd name="connsiteX3" fmla="*/ 362260 w 720000"/>
              <a:gd name="connsiteY3" fmla="*/ 487907 h 720000"/>
              <a:gd name="connsiteX4" fmla="*/ 191861 w 720000"/>
              <a:gd name="connsiteY4" fmla="*/ 528226 h 720000"/>
              <a:gd name="connsiteX5" fmla="*/ 232180 w 720000"/>
              <a:gd name="connsiteY5" fmla="*/ 357827 h 720000"/>
              <a:gd name="connsiteX6" fmla="*/ 373556 w 720000"/>
              <a:gd name="connsiteY6" fmla="*/ 216452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339581 w 720000"/>
              <a:gd name="connsiteY9" fmla="*/ 182476 h 720000"/>
              <a:gd name="connsiteX10" fmla="*/ 198205 w 720000"/>
              <a:gd name="connsiteY10" fmla="*/ 323852 h 720000"/>
              <a:gd name="connsiteX11" fmla="*/ 141637 w 720000"/>
              <a:gd name="connsiteY11" fmla="*/ 578364 h 720000"/>
              <a:gd name="connsiteX12" fmla="*/ 396149 w 720000"/>
              <a:gd name="connsiteY12" fmla="*/ 521796 h 720000"/>
              <a:gd name="connsiteX13" fmla="*/ 537524 w 720000"/>
              <a:gd name="connsiteY13" fmla="*/ 380420 h 720000"/>
              <a:gd name="connsiteX14" fmla="*/ 537524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0 h 720000"/>
              <a:gd name="connsiteX17" fmla="*/ 600000 w 720000"/>
              <a:gd name="connsiteY17" fmla="*/ 0 h 720000"/>
              <a:gd name="connsiteX18" fmla="*/ 720000 w 720000"/>
              <a:gd name="connsiteY18" fmla="*/ 120000 h 720000"/>
              <a:gd name="connsiteX19" fmla="*/ 720000 w 720000"/>
              <a:gd name="connsiteY19" fmla="*/ 600000 h 720000"/>
              <a:gd name="connsiteX20" fmla="*/ 600000 w 720000"/>
              <a:gd name="connsiteY20" fmla="*/ 720000 h 720000"/>
              <a:gd name="connsiteX21" fmla="*/ 120000 w 720000"/>
              <a:gd name="connsiteY21" fmla="*/ 720000 h 720000"/>
              <a:gd name="connsiteX22" fmla="*/ 0 w 720000"/>
              <a:gd name="connsiteY22" fmla="*/ 600000 h 720000"/>
              <a:gd name="connsiteX23" fmla="*/ 0 w 720000"/>
              <a:gd name="connsiteY23" fmla="*/ 120000 h 720000"/>
              <a:gd name="connsiteX24" fmla="*/ 120000 w 720000"/>
              <a:gd name="connsiteY2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63230" y="189601"/>
                  <a:pt x="486344" y="199073"/>
                  <a:pt x="503636" y="216365"/>
                </a:cubicBezTo>
                <a:cubicBezTo>
                  <a:pt x="539523" y="252252"/>
                  <a:pt x="539523" y="310557"/>
                  <a:pt x="503636" y="346445"/>
                </a:cubicBezTo>
                <a:lnTo>
                  <a:pt x="362260" y="487907"/>
                </a:lnTo>
                <a:cubicBezTo>
                  <a:pt x="342622" y="507545"/>
                  <a:pt x="266503" y="522665"/>
                  <a:pt x="191861" y="528226"/>
                </a:cubicBezTo>
                <a:cubicBezTo>
                  <a:pt x="197336" y="453584"/>
                  <a:pt x="212456" y="377465"/>
                  <a:pt x="232180" y="357827"/>
                </a:cubicBezTo>
                <a:lnTo>
                  <a:pt x="373556" y="216452"/>
                </a:lnTo>
                <a:cubicBezTo>
                  <a:pt x="390761" y="199073"/>
                  <a:pt x="413875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02666" y="141636"/>
                  <a:pt x="366778" y="155278"/>
                  <a:pt x="339581" y="182476"/>
                </a:cubicBezTo>
                <a:lnTo>
                  <a:pt x="198205" y="323852"/>
                </a:lnTo>
                <a:cubicBezTo>
                  <a:pt x="143723" y="378335"/>
                  <a:pt x="141637" y="578364"/>
                  <a:pt x="141637" y="578364"/>
                </a:cubicBezTo>
                <a:cubicBezTo>
                  <a:pt x="141637" y="578364"/>
                  <a:pt x="341753" y="576278"/>
                  <a:pt x="396149" y="521796"/>
                </a:cubicBezTo>
                <a:lnTo>
                  <a:pt x="537524" y="380420"/>
                </a:lnTo>
                <a:cubicBezTo>
                  <a:pt x="592007" y="325938"/>
                  <a:pt x="592007" y="236872"/>
                  <a:pt x="537524" y="182476"/>
                </a:cubicBezTo>
                <a:cubicBezTo>
                  <a:pt x="510327" y="155191"/>
                  <a:pt x="474440" y="141636"/>
                  <a:pt x="438553" y="141636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600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3" name="爱设计-24">
            <a:extLst>
              <a:ext uri="{FF2B5EF4-FFF2-40B4-BE49-F238E27FC236}">
                <a16:creationId xmlns:a16="http://schemas.microsoft.com/office/drawing/2014/main" id="{96178082-4411-7876-E67E-C1863CC7A46E}"/>
              </a:ext>
            </a:extLst>
          </p:cNvPr>
          <p:cNvSpPr/>
          <p:nvPr/>
        </p:nvSpPr>
        <p:spPr>
          <a:xfrm>
            <a:off x="4130969" y="4885822"/>
            <a:ext cx="383864" cy="336067"/>
          </a:xfrm>
          <a:custGeom>
            <a:avLst/>
            <a:gdLst>
              <a:gd name="connsiteX0" fmla="*/ 411293 w 822401"/>
              <a:gd name="connsiteY0" fmla="*/ 234366 h 720000"/>
              <a:gd name="connsiteX1" fmla="*/ 536928 w 822401"/>
              <a:gd name="connsiteY1" fmla="*/ 360000 h 720000"/>
              <a:gd name="connsiteX2" fmla="*/ 411293 w 822401"/>
              <a:gd name="connsiteY2" fmla="*/ 485635 h 720000"/>
              <a:gd name="connsiteX3" fmla="*/ 285659 w 822401"/>
              <a:gd name="connsiteY3" fmla="*/ 360000 h 720000"/>
              <a:gd name="connsiteX4" fmla="*/ 411293 w 822401"/>
              <a:gd name="connsiteY4" fmla="*/ 234366 h 720000"/>
              <a:gd name="connsiteX5" fmla="*/ 411293 w 822401"/>
              <a:gd name="connsiteY5" fmla="*/ 178938 h 720000"/>
              <a:gd name="connsiteX6" fmla="*/ 230231 w 822401"/>
              <a:gd name="connsiteY6" fmla="*/ 360000 h 720000"/>
              <a:gd name="connsiteX7" fmla="*/ 411293 w 822401"/>
              <a:gd name="connsiteY7" fmla="*/ 541063 h 720000"/>
              <a:gd name="connsiteX8" fmla="*/ 592355 w 822401"/>
              <a:gd name="connsiteY8" fmla="*/ 360000 h 720000"/>
              <a:gd name="connsiteX9" fmla="*/ 411293 w 822401"/>
              <a:gd name="connsiteY9" fmla="*/ 178938 h 720000"/>
              <a:gd name="connsiteX10" fmla="*/ 219884 w 822401"/>
              <a:gd name="connsiteY10" fmla="*/ 0 h 720000"/>
              <a:gd name="connsiteX11" fmla="*/ 602517 w 822401"/>
              <a:gd name="connsiteY11" fmla="*/ 0 h 720000"/>
              <a:gd name="connsiteX12" fmla="*/ 627275 w 822401"/>
              <a:gd name="connsiteY12" fmla="*/ 14319 h 720000"/>
              <a:gd name="connsiteX13" fmla="*/ 818591 w 822401"/>
              <a:gd name="connsiteY13" fmla="*/ 345682 h 720000"/>
              <a:gd name="connsiteX14" fmla="*/ 818591 w 822401"/>
              <a:gd name="connsiteY14" fmla="*/ 374319 h 720000"/>
              <a:gd name="connsiteX15" fmla="*/ 627367 w 822401"/>
              <a:gd name="connsiteY15" fmla="*/ 705682 h 720000"/>
              <a:gd name="connsiteX16" fmla="*/ 602609 w 822401"/>
              <a:gd name="connsiteY16" fmla="*/ 720000 h 720000"/>
              <a:gd name="connsiteX17" fmla="*/ 219977 w 822401"/>
              <a:gd name="connsiteY17" fmla="*/ 720000 h 720000"/>
              <a:gd name="connsiteX18" fmla="*/ 195219 w 822401"/>
              <a:gd name="connsiteY18" fmla="*/ 705682 h 720000"/>
              <a:gd name="connsiteX19" fmla="*/ 3811 w 822401"/>
              <a:gd name="connsiteY19" fmla="*/ 374319 h 720000"/>
              <a:gd name="connsiteX20" fmla="*/ 3811 w 822401"/>
              <a:gd name="connsiteY20" fmla="*/ 345682 h 720000"/>
              <a:gd name="connsiteX21" fmla="*/ 195127 w 822401"/>
              <a:gd name="connsiteY21" fmla="*/ 14319 h 720000"/>
              <a:gd name="connsiteX22" fmla="*/ 219884 w 822401"/>
              <a:gd name="connsiteY22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822401" h="720000">
                <a:moveTo>
                  <a:pt x="411293" y="234366"/>
                </a:moveTo>
                <a:cubicBezTo>
                  <a:pt x="480577" y="234366"/>
                  <a:pt x="536928" y="290716"/>
                  <a:pt x="536928" y="360000"/>
                </a:cubicBezTo>
                <a:cubicBezTo>
                  <a:pt x="536928" y="429284"/>
                  <a:pt x="480577" y="485635"/>
                  <a:pt x="411293" y="485635"/>
                </a:cubicBezTo>
                <a:cubicBezTo>
                  <a:pt x="342009" y="485635"/>
                  <a:pt x="285659" y="429284"/>
                  <a:pt x="285659" y="360000"/>
                </a:cubicBezTo>
                <a:cubicBezTo>
                  <a:pt x="285659" y="290716"/>
                  <a:pt x="342009" y="234366"/>
                  <a:pt x="411293" y="234366"/>
                </a:cubicBezTo>
                <a:close/>
                <a:moveTo>
                  <a:pt x="411293" y="178938"/>
                </a:moveTo>
                <a:cubicBezTo>
                  <a:pt x="311432" y="178938"/>
                  <a:pt x="230231" y="260139"/>
                  <a:pt x="230231" y="360000"/>
                </a:cubicBezTo>
                <a:cubicBezTo>
                  <a:pt x="230231" y="459862"/>
                  <a:pt x="311432" y="541063"/>
                  <a:pt x="411293" y="541063"/>
                </a:cubicBezTo>
                <a:cubicBezTo>
                  <a:pt x="511154" y="541063"/>
                  <a:pt x="592355" y="459862"/>
                  <a:pt x="592355" y="360000"/>
                </a:cubicBezTo>
                <a:cubicBezTo>
                  <a:pt x="592355" y="260139"/>
                  <a:pt x="511154" y="178938"/>
                  <a:pt x="411293" y="178938"/>
                </a:cubicBezTo>
                <a:close/>
                <a:moveTo>
                  <a:pt x="219884" y="0"/>
                </a:moveTo>
                <a:lnTo>
                  <a:pt x="602517" y="0"/>
                </a:lnTo>
                <a:cubicBezTo>
                  <a:pt x="612679" y="0"/>
                  <a:pt x="622194" y="5451"/>
                  <a:pt x="627275" y="14319"/>
                </a:cubicBezTo>
                <a:lnTo>
                  <a:pt x="818591" y="345682"/>
                </a:lnTo>
                <a:cubicBezTo>
                  <a:pt x="823672" y="354550"/>
                  <a:pt x="823672" y="365451"/>
                  <a:pt x="818591" y="374319"/>
                </a:cubicBezTo>
                <a:lnTo>
                  <a:pt x="627367" y="705682"/>
                </a:lnTo>
                <a:cubicBezTo>
                  <a:pt x="622286" y="714550"/>
                  <a:pt x="612771" y="720000"/>
                  <a:pt x="602609" y="720000"/>
                </a:cubicBezTo>
                <a:lnTo>
                  <a:pt x="219977" y="720000"/>
                </a:lnTo>
                <a:cubicBezTo>
                  <a:pt x="209815" y="720000"/>
                  <a:pt x="200300" y="714550"/>
                  <a:pt x="195219" y="705682"/>
                </a:cubicBezTo>
                <a:lnTo>
                  <a:pt x="3811" y="374319"/>
                </a:lnTo>
                <a:cubicBezTo>
                  <a:pt x="-1270" y="365543"/>
                  <a:pt x="-1270" y="354550"/>
                  <a:pt x="3811" y="345682"/>
                </a:cubicBezTo>
                <a:lnTo>
                  <a:pt x="195127" y="14319"/>
                </a:lnTo>
                <a:cubicBezTo>
                  <a:pt x="200208" y="5451"/>
                  <a:pt x="209723" y="0"/>
                  <a:pt x="2198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4" name="爱设计-25">
            <a:extLst>
              <a:ext uri="{FF2B5EF4-FFF2-40B4-BE49-F238E27FC236}">
                <a16:creationId xmlns:a16="http://schemas.microsoft.com/office/drawing/2014/main" id="{C9CA8879-F2F5-4338-BAE1-68DB761B6443}"/>
              </a:ext>
            </a:extLst>
          </p:cNvPr>
          <p:cNvSpPr/>
          <p:nvPr/>
        </p:nvSpPr>
        <p:spPr>
          <a:xfrm>
            <a:off x="7381092" y="4882256"/>
            <a:ext cx="297651" cy="309509"/>
          </a:xfrm>
          <a:custGeom>
            <a:avLst/>
            <a:gdLst>
              <a:gd name="connsiteX0" fmla="*/ 198153 w 692417"/>
              <a:gd name="connsiteY0" fmla="*/ 663680 h 720001"/>
              <a:gd name="connsiteX1" fmla="*/ 239787 w 692417"/>
              <a:gd name="connsiteY1" fmla="*/ 663680 h 720001"/>
              <a:gd name="connsiteX2" fmla="*/ 295235 w 692417"/>
              <a:gd name="connsiteY2" fmla="*/ 663680 h 720001"/>
              <a:gd name="connsiteX3" fmla="*/ 397182 w 692417"/>
              <a:gd name="connsiteY3" fmla="*/ 663680 h 720001"/>
              <a:gd name="connsiteX4" fmla="*/ 452630 w 692417"/>
              <a:gd name="connsiteY4" fmla="*/ 663680 h 720001"/>
              <a:gd name="connsiteX5" fmla="*/ 494264 w 692417"/>
              <a:gd name="connsiteY5" fmla="*/ 663680 h 720001"/>
              <a:gd name="connsiteX6" fmla="*/ 522425 w 692417"/>
              <a:gd name="connsiteY6" fmla="*/ 691841 h 720001"/>
              <a:gd name="connsiteX7" fmla="*/ 494264 w 692417"/>
              <a:gd name="connsiteY7" fmla="*/ 720001 h 720001"/>
              <a:gd name="connsiteX8" fmla="*/ 452630 w 692417"/>
              <a:gd name="connsiteY8" fmla="*/ 720001 h 720001"/>
              <a:gd name="connsiteX9" fmla="*/ 397182 w 692417"/>
              <a:gd name="connsiteY9" fmla="*/ 720001 h 720001"/>
              <a:gd name="connsiteX10" fmla="*/ 295235 w 692417"/>
              <a:gd name="connsiteY10" fmla="*/ 720001 h 720001"/>
              <a:gd name="connsiteX11" fmla="*/ 239787 w 692417"/>
              <a:gd name="connsiteY11" fmla="*/ 720001 h 720001"/>
              <a:gd name="connsiteX12" fmla="*/ 198153 w 692417"/>
              <a:gd name="connsiteY12" fmla="*/ 720001 h 720001"/>
              <a:gd name="connsiteX13" fmla="*/ 169992 w 692417"/>
              <a:gd name="connsiteY13" fmla="*/ 691841 h 720001"/>
              <a:gd name="connsiteX14" fmla="*/ 198153 w 692417"/>
              <a:gd name="connsiteY14" fmla="*/ 663680 h 720001"/>
              <a:gd name="connsiteX15" fmla="*/ 154400 w 692417"/>
              <a:gd name="connsiteY15" fmla="*/ 572143 h 720001"/>
              <a:gd name="connsiteX16" fmla="*/ 154241 w 692417"/>
              <a:gd name="connsiteY16" fmla="*/ 572597 h 720001"/>
              <a:gd name="connsiteX17" fmla="*/ 160423 w 692417"/>
              <a:gd name="connsiteY17" fmla="*/ 572597 h 720001"/>
              <a:gd name="connsiteX18" fmla="*/ 346215 w 692417"/>
              <a:gd name="connsiteY18" fmla="*/ 0 h 720001"/>
              <a:gd name="connsiteX19" fmla="*/ 456041 w 692417"/>
              <a:gd name="connsiteY19" fmla="*/ 22341 h 720001"/>
              <a:gd name="connsiteX20" fmla="*/ 545873 w 692417"/>
              <a:gd name="connsiteY20" fmla="*/ 82980 h 720001"/>
              <a:gd name="connsiteX21" fmla="*/ 606513 w 692417"/>
              <a:gd name="connsiteY21" fmla="*/ 172812 h 720001"/>
              <a:gd name="connsiteX22" fmla="*/ 628853 w 692417"/>
              <a:gd name="connsiteY22" fmla="*/ 282638 h 720001"/>
              <a:gd name="connsiteX23" fmla="*/ 628853 w 692417"/>
              <a:gd name="connsiteY23" fmla="*/ 493091 h 720001"/>
              <a:gd name="connsiteX24" fmla="*/ 687990 w 692417"/>
              <a:gd name="connsiteY24" fmla="*/ 585551 h 720001"/>
              <a:gd name="connsiteX25" fmla="*/ 688929 w 692417"/>
              <a:gd name="connsiteY25" fmla="*/ 614275 h 720001"/>
              <a:gd name="connsiteX26" fmla="*/ 664336 w 692417"/>
              <a:gd name="connsiteY26" fmla="*/ 628918 h 720001"/>
              <a:gd name="connsiteX27" fmla="*/ 28189 w 692417"/>
              <a:gd name="connsiteY27" fmla="*/ 628918 h 720001"/>
              <a:gd name="connsiteX28" fmla="*/ 3596 w 692417"/>
              <a:gd name="connsiteY28" fmla="*/ 614462 h 720001"/>
              <a:gd name="connsiteX29" fmla="*/ 4159 w 692417"/>
              <a:gd name="connsiteY29" fmla="*/ 585927 h 720001"/>
              <a:gd name="connsiteX30" fmla="*/ 63578 w 692417"/>
              <a:gd name="connsiteY30" fmla="*/ 489336 h 720001"/>
              <a:gd name="connsiteX31" fmla="*/ 63578 w 692417"/>
              <a:gd name="connsiteY31" fmla="*/ 282638 h 720001"/>
              <a:gd name="connsiteX32" fmla="*/ 85919 w 692417"/>
              <a:gd name="connsiteY32" fmla="*/ 172812 h 720001"/>
              <a:gd name="connsiteX33" fmla="*/ 146558 w 692417"/>
              <a:gd name="connsiteY33" fmla="*/ 82980 h 720001"/>
              <a:gd name="connsiteX34" fmla="*/ 236389 w 692417"/>
              <a:gd name="connsiteY34" fmla="*/ 22341 h 720001"/>
              <a:gd name="connsiteX35" fmla="*/ 346215 w 692417"/>
              <a:gd name="connsiteY3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92417" h="720001">
                <a:moveTo>
                  <a:pt x="198153" y="663680"/>
                </a:moveTo>
                <a:lnTo>
                  <a:pt x="239787" y="663680"/>
                </a:lnTo>
                <a:lnTo>
                  <a:pt x="295235" y="663680"/>
                </a:lnTo>
                <a:lnTo>
                  <a:pt x="397182" y="663680"/>
                </a:lnTo>
                <a:lnTo>
                  <a:pt x="452630" y="663680"/>
                </a:lnTo>
                <a:lnTo>
                  <a:pt x="494264" y="663680"/>
                </a:lnTo>
                <a:cubicBezTo>
                  <a:pt x="509847" y="663680"/>
                  <a:pt x="522425" y="676259"/>
                  <a:pt x="522425" y="691841"/>
                </a:cubicBezTo>
                <a:cubicBezTo>
                  <a:pt x="522425" y="707423"/>
                  <a:pt x="509753" y="720001"/>
                  <a:pt x="494264" y="720001"/>
                </a:cubicBezTo>
                <a:lnTo>
                  <a:pt x="452630" y="720001"/>
                </a:lnTo>
                <a:lnTo>
                  <a:pt x="397182" y="720001"/>
                </a:lnTo>
                <a:lnTo>
                  <a:pt x="295235" y="720001"/>
                </a:lnTo>
                <a:lnTo>
                  <a:pt x="239787" y="720001"/>
                </a:lnTo>
                <a:lnTo>
                  <a:pt x="198153" y="720001"/>
                </a:lnTo>
                <a:cubicBezTo>
                  <a:pt x="182571" y="720001"/>
                  <a:pt x="169992" y="707423"/>
                  <a:pt x="169992" y="691841"/>
                </a:cubicBezTo>
                <a:cubicBezTo>
                  <a:pt x="169992" y="676259"/>
                  <a:pt x="182571" y="663680"/>
                  <a:pt x="198153" y="663680"/>
                </a:cubicBezTo>
                <a:close/>
                <a:moveTo>
                  <a:pt x="154400" y="572143"/>
                </a:moveTo>
                <a:lnTo>
                  <a:pt x="154241" y="572597"/>
                </a:lnTo>
                <a:lnTo>
                  <a:pt x="160423" y="572597"/>
                </a:lnTo>
                <a:close/>
                <a:moveTo>
                  <a:pt x="346215" y="0"/>
                </a:moveTo>
                <a:cubicBezTo>
                  <a:pt x="384232" y="0"/>
                  <a:pt x="421122" y="7510"/>
                  <a:pt x="456041" y="22341"/>
                </a:cubicBezTo>
                <a:cubicBezTo>
                  <a:pt x="489646" y="36609"/>
                  <a:pt x="519872" y="57072"/>
                  <a:pt x="545873" y="82980"/>
                </a:cubicBezTo>
                <a:cubicBezTo>
                  <a:pt x="571875" y="108981"/>
                  <a:pt x="592245" y="139207"/>
                  <a:pt x="606513" y="172812"/>
                </a:cubicBezTo>
                <a:cubicBezTo>
                  <a:pt x="621344" y="207637"/>
                  <a:pt x="628853" y="244621"/>
                  <a:pt x="628853" y="282638"/>
                </a:cubicBezTo>
                <a:lnTo>
                  <a:pt x="628853" y="493091"/>
                </a:lnTo>
                <a:lnTo>
                  <a:pt x="687990" y="585551"/>
                </a:lnTo>
                <a:cubicBezTo>
                  <a:pt x="693528" y="594187"/>
                  <a:pt x="693904" y="605263"/>
                  <a:pt x="688929" y="614275"/>
                </a:cubicBezTo>
                <a:cubicBezTo>
                  <a:pt x="684048" y="623286"/>
                  <a:pt x="674567" y="628918"/>
                  <a:pt x="664336" y="628918"/>
                </a:cubicBezTo>
                <a:lnTo>
                  <a:pt x="28189" y="628918"/>
                </a:lnTo>
                <a:cubicBezTo>
                  <a:pt x="17958" y="628918"/>
                  <a:pt x="8571" y="623380"/>
                  <a:pt x="3596" y="614462"/>
                </a:cubicBezTo>
                <a:cubicBezTo>
                  <a:pt x="-1380" y="605545"/>
                  <a:pt x="-1192" y="594656"/>
                  <a:pt x="4159" y="585927"/>
                </a:cubicBezTo>
                <a:lnTo>
                  <a:pt x="63578" y="489336"/>
                </a:lnTo>
                <a:lnTo>
                  <a:pt x="63578" y="282638"/>
                </a:lnTo>
                <a:cubicBezTo>
                  <a:pt x="63578" y="244621"/>
                  <a:pt x="71087" y="207731"/>
                  <a:pt x="85919" y="172812"/>
                </a:cubicBezTo>
                <a:cubicBezTo>
                  <a:pt x="100186" y="139207"/>
                  <a:pt x="120650" y="108981"/>
                  <a:pt x="146558" y="82980"/>
                </a:cubicBezTo>
                <a:cubicBezTo>
                  <a:pt x="172465" y="56978"/>
                  <a:pt x="202785" y="36609"/>
                  <a:pt x="236389" y="22341"/>
                </a:cubicBezTo>
                <a:cubicBezTo>
                  <a:pt x="271214" y="7510"/>
                  <a:pt x="308199" y="0"/>
                  <a:pt x="3462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  <p:sp>
        <p:nvSpPr>
          <p:cNvPr id="45" name="爱设计-26">
            <a:extLst>
              <a:ext uri="{FF2B5EF4-FFF2-40B4-BE49-F238E27FC236}">
                <a16:creationId xmlns:a16="http://schemas.microsoft.com/office/drawing/2014/main" id="{5670EB55-B34E-394C-73FD-809F98593627}"/>
              </a:ext>
            </a:extLst>
          </p:cNvPr>
          <p:cNvSpPr/>
          <p:nvPr/>
        </p:nvSpPr>
        <p:spPr>
          <a:xfrm>
            <a:off x="5677038" y="3769631"/>
            <a:ext cx="506088" cy="506088"/>
          </a:xfrm>
          <a:custGeom>
            <a:avLst/>
            <a:gdLst>
              <a:gd name="connsiteX0" fmla="*/ 457070 w 720001"/>
              <a:gd name="connsiteY0" fmla="*/ 57166 h 720001"/>
              <a:gd name="connsiteX1" fmla="*/ 457070 w 720001"/>
              <a:gd name="connsiteY1" fmla="*/ 263017 h 720001"/>
              <a:gd name="connsiteX2" fmla="*/ 662921 w 720001"/>
              <a:gd name="connsiteY2" fmla="*/ 263017 h 720001"/>
              <a:gd name="connsiteX3" fmla="*/ 647393 w 720001"/>
              <a:gd name="connsiteY3" fmla="*/ 212704 h 720001"/>
              <a:gd name="connsiteX4" fmla="*/ 591008 w 720001"/>
              <a:gd name="connsiteY4" fmla="*/ 129080 h 720001"/>
              <a:gd name="connsiteX5" fmla="*/ 507383 w 720001"/>
              <a:gd name="connsiteY5" fmla="*/ 72694 h 720001"/>
              <a:gd name="connsiteX6" fmla="*/ 457070 w 720001"/>
              <a:gd name="connsiteY6" fmla="*/ 57166 h 720001"/>
              <a:gd name="connsiteX7" fmla="*/ 405022 w 720001"/>
              <a:gd name="connsiteY7" fmla="*/ 0 h 720001"/>
              <a:gd name="connsiteX8" fmla="*/ 720001 w 720001"/>
              <a:gd name="connsiteY8" fmla="*/ 314979 h 720001"/>
              <a:gd name="connsiteX9" fmla="*/ 405022 w 720001"/>
              <a:gd name="connsiteY9" fmla="*/ 314979 h 720001"/>
              <a:gd name="connsiteX10" fmla="*/ 360000 w 720001"/>
              <a:gd name="connsiteY10" fmla="*/ 0 h 720001"/>
              <a:gd name="connsiteX11" fmla="*/ 360000 w 720001"/>
              <a:gd name="connsiteY11" fmla="*/ 360000 h 720001"/>
              <a:gd name="connsiteX12" fmla="*/ 720000 w 720001"/>
              <a:gd name="connsiteY12" fmla="*/ 360000 h 720001"/>
              <a:gd name="connsiteX13" fmla="*/ 360000 w 720001"/>
              <a:gd name="connsiteY13" fmla="*/ 720001 h 720001"/>
              <a:gd name="connsiteX14" fmla="*/ 0 w 720001"/>
              <a:gd name="connsiteY14" fmla="*/ 360000 h 720001"/>
              <a:gd name="connsiteX15" fmla="*/ 360000 w 720001"/>
              <a:gd name="connsiteY15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20001" h="720001">
                <a:moveTo>
                  <a:pt x="457070" y="57166"/>
                </a:moveTo>
                <a:lnTo>
                  <a:pt x="457070" y="263017"/>
                </a:lnTo>
                <a:lnTo>
                  <a:pt x="662921" y="263017"/>
                </a:lnTo>
                <a:cubicBezTo>
                  <a:pt x="659451" y="245755"/>
                  <a:pt x="654246" y="229012"/>
                  <a:pt x="647393" y="212704"/>
                </a:cubicBezTo>
                <a:cubicBezTo>
                  <a:pt x="634121" y="181388"/>
                  <a:pt x="615210" y="153282"/>
                  <a:pt x="591008" y="129080"/>
                </a:cubicBezTo>
                <a:cubicBezTo>
                  <a:pt x="566806" y="104878"/>
                  <a:pt x="538699" y="85967"/>
                  <a:pt x="507383" y="72694"/>
                </a:cubicBezTo>
                <a:cubicBezTo>
                  <a:pt x="491075" y="65755"/>
                  <a:pt x="474246" y="60637"/>
                  <a:pt x="457070" y="57166"/>
                </a:cubicBezTo>
                <a:close/>
                <a:moveTo>
                  <a:pt x="405022" y="0"/>
                </a:moveTo>
                <a:cubicBezTo>
                  <a:pt x="578950" y="0"/>
                  <a:pt x="720001" y="141051"/>
                  <a:pt x="720001" y="314979"/>
                </a:cubicBezTo>
                <a:lnTo>
                  <a:pt x="405022" y="314979"/>
                </a:lnTo>
                <a:close/>
                <a:moveTo>
                  <a:pt x="360000" y="0"/>
                </a:moveTo>
                <a:lnTo>
                  <a:pt x="360000" y="360000"/>
                </a:lnTo>
                <a:lnTo>
                  <a:pt x="720000" y="360000"/>
                </a:lnTo>
                <a:cubicBezTo>
                  <a:pt x="720000" y="558825"/>
                  <a:pt x="558824" y="720001"/>
                  <a:pt x="360000" y="720001"/>
                </a:cubicBezTo>
                <a:cubicBezTo>
                  <a:pt x="161176" y="720001"/>
                  <a:pt x="0" y="558825"/>
                  <a:pt x="0" y="360000"/>
                </a:cubicBezTo>
                <a:cubicBezTo>
                  <a:pt x="0" y="161176"/>
                  <a:pt x="161176" y="0"/>
                  <a:pt x="36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latin typeface="OPPOSans R" panose="00020600040101010101" pitchFamily="18" charset="-122"/>
              <a:ea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8031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爱设计-1">
            <a:extLst>
              <a:ext uri="{FF2B5EF4-FFF2-40B4-BE49-F238E27FC236}">
                <a16:creationId xmlns:a16="http://schemas.microsoft.com/office/drawing/2014/main" id="{0AB9E74B-CCF8-9458-80A1-9F0196EC7F92}"/>
              </a:ext>
            </a:extLst>
          </p:cNvPr>
          <p:cNvSpPr txBox="1"/>
          <p:nvPr/>
        </p:nvSpPr>
        <p:spPr>
          <a:xfrm>
            <a:off x="581660" y="554189"/>
            <a:ext cx="215443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五月工作评述</a:t>
            </a:r>
          </a:p>
        </p:txBody>
      </p:sp>
      <p:sp>
        <p:nvSpPr>
          <p:cNvPr id="8" name="爱设计-2">
            <a:extLst>
              <a:ext uri="{FF2B5EF4-FFF2-40B4-BE49-F238E27FC236}">
                <a16:creationId xmlns:a16="http://schemas.microsoft.com/office/drawing/2014/main" id="{B609D99A-B12A-1663-F033-D178254B8AFD}"/>
              </a:ext>
            </a:extLst>
          </p:cNvPr>
          <p:cNvSpPr txBox="1"/>
          <p:nvPr/>
        </p:nvSpPr>
        <p:spPr>
          <a:xfrm>
            <a:off x="601028" y="1024830"/>
            <a:ext cx="3329940" cy="1581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120000"/>
              </a:lnSpc>
              <a:defRPr/>
            </a:pPr>
            <a:r>
              <a:rPr lang="en-US" altLang="zh-CN" sz="900" dirty="0">
                <a:solidFill>
                  <a:prstClr val="black">
                    <a:lumMod val="75000"/>
                    <a:lumOff val="25000"/>
                  </a:prstClr>
                </a:solidFill>
                <a:latin typeface="+mn-ea"/>
              </a:rPr>
              <a:t>ISHEJI POWERPOINT DESIGN</a:t>
            </a:r>
          </a:p>
        </p:txBody>
      </p:sp>
      <p:sp>
        <p:nvSpPr>
          <p:cNvPr id="6" name="爱设计-3">
            <a:extLst>
              <a:ext uri="{FF2B5EF4-FFF2-40B4-BE49-F238E27FC236}">
                <a16:creationId xmlns:a16="http://schemas.microsoft.com/office/drawing/2014/main" id="{0037566A-76D2-6CA5-C8FC-DF23F9F05C80}"/>
              </a:ext>
            </a:extLst>
          </p:cNvPr>
          <p:cNvSpPr/>
          <p:nvPr/>
        </p:nvSpPr>
        <p:spPr>
          <a:xfrm>
            <a:off x="0" y="554189"/>
            <a:ext cx="320040" cy="57357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爱设计-4">
            <a:extLst>
              <a:ext uri="{FF2B5EF4-FFF2-40B4-BE49-F238E27FC236}">
                <a16:creationId xmlns:a16="http://schemas.microsoft.com/office/drawing/2014/main" id="{B57D7A63-65B4-DFA2-59E9-2C958EAD0081}"/>
              </a:ext>
            </a:extLst>
          </p:cNvPr>
          <p:cNvGrpSpPr/>
          <p:nvPr/>
        </p:nvGrpSpPr>
        <p:grpSpPr>
          <a:xfrm>
            <a:off x="0" y="-2656839"/>
            <a:ext cx="12192000" cy="12191998"/>
            <a:chOff x="292389" y="-2323280"/>
            <a:chExt cx="11607222" cy="11607220"/>
          </a:xfrm>
          <a:scene3d>
            <a:camera prst="perspectiveRelaxedModerately">
              <a:rot lat="17388000" lon="0" rev="0"/>
            </a:camera>
            <a:lightRig rig="threePt" dir="t"/>
          </a:scene3d>
        </p:grpSpPr>
        <p:sp>
          <p:nvSpPr>
            <p:cNvPr id="3" name="爱设计-4-1">
              <a:extLst>
                <a:ext uri="{FF2B5EF4-FFF2-40B4-BE49-F238E27FC236}">
                  <a16:creationId xmlns:a16="http://schemas.microsoft.com/office/drawing/2014/main" id="{B531C5FB-FB79-AB73-3605-8D5A50892F27}"/>
                </a:ext>
              </a:extLst>
            </p:cNvPr>
            <p:cNvSpPr/>
            <p:nvPr/>
          </p:nvSpPr>
          <p:spPr>
            <a:xfrm>
              <a:off x="4007305" y="1391634"/>
              <a:ext cx="4177391" cy="417739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3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4" name="爱设计-4-2">
              <a:extLst>
                <a:ext uri="{FF2B5EF4-FFF2-40B4-BE49-F238E27FC236}">
                  <a16:creationId xmlns:a16="http://schemas.microsoft.com/office/drawing/2014/main" id="{B14FF850-DAC9-71C1-128B-0B34F09B0885}"/>
                </a:ext>
              </a:extLst>
            </p:cNvPr>
            <p:cNvSpPr/>
            <p:nvPr/>
          </p:nvSpPr>
          <p:spPr>
            <a:xfrm>
              <a:off x="4420073" y="1804402"/>
              <a:ext cx="3351855" cy="335185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5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5" name="爱设计-4-3">
              <a:extLst>
                <a:ext uri="{FF2B5EF4-FFF2-40B4-BE49-F238E27FC236}">
                  <a16:creationId xmlns:a16="http://schemas.microsoft.com/office/drawing/2014/main" id="{A729CF1A-ED0C-F901-8611-9FCB9924A202}"/>
                </a:ext>
              </a:extLst>
            </p:cNvPr>
            <p:cNvSpPr/>
            <p:nvPr userDrawn="1"/>
          </p:nvSpPr>
          <p:spPr>
            <a:xfrm>
              <a:off x="5260667" y="2644998"/>
              <a:ext cx="1670666" cy="167066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9" name="爱设计-4-4">
              <a:extLst>
                <a:ext uri="{FF2B5EF4-FFF2-40B4-BE49-F238E27FC236}">
                  <a16:creationId xmlns:a16="http://schemas.microsoft.com/office/drawing/2014/main" id="{09E4179F-35C0-EB7E-D024-3A147ABCB1C9}"/>
                </a:ext>
              </a:extLst>
            </p:cNvPr>
            <p:cNvSpPr/>
            <p:nvPr/>
          </p:nvSpPr>
          <p:spPr>
            <a:xfrm>
              <a:off x="292389" y="-2323280"/>
              <a:ext cx="11607222" cy="11607220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alpha val="5000"/>
                </a:sysClr>
              </a:solidFill>
              <a:prstDash val="solid"/>
              <a:miter lim="800000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爱设计-4-5">
              <a:extLst>
                <a:ext uri="{FF2B5EF4-FFF2-40B4-BE49-F238E27FC236}">
                  <a16:creationId xmlns:a16="http://schemas.microsoft.com/office/drawing/2014/main" id="{00794204-74DD-57FC-1EFC-4BFC5E5B9385}"/>
                </a:ext>
              </a:extLst>
            </p:cNvPr>
            <p:cNvSpPr/>
            <p:nvPr/>
          </p:nvSpPr>
          <p:spPr>
            <a:xfrm>
              <a:off x="705158" y="-1910511"/>
              <a:ext cx="10781685" cy="1078168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1" name="爱设计-4-6">
              <a:extLst>
                <a:ext uri="{FF2B5EF4-FFF2-40B4-BE49-F238E27FC236}">
                  <a16:creationId xmlns:a16="http://schemas.microsoft.com/office/drawing/2014/main" id="{2007776E-F36D-EC6B-12B0-1CC51BD3C409}"/>
                </a:ext>
              </a:extLst>
            </p:cNvPr>
            <p:cNvSpPr/>
            <p:nvPr/>
          </p:nvSpPr>
          <p:spPr>
            <a:xfrm>
              <a:off x="1117926" y="-1497743"/>
              <a:ext cx="9956148" cy="995614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9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2" name="爱设计-4-7">
              <a:extLst>
                <a:ext uri="{FF2B5EF4-FFF2-40B4-BE49-F238E27FC236}">
                  <a16:creationId xmlns:a16="http://schemas.microsoft.com/office/drawing/2014/main" id="{707720F4-94E5-C83A-A808-009D00F1D0EE}"/>
                </a:ext>
              </a:extLst>
            </p:cNvPr>
            <p:cNvSpPr/>
            <p:nvPr/>
          </p:nvSpPr>
          <p:spPr>
            <a:xfrm>
              <a:off x="1530694" y="-1084975"/>
              <a:ext cx="9130612" cy="9130611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1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3" name="爱设计-4-8">
              <a:extLst>
                <a:ext uri="{FF2B5EF4-FFF2-40B4-BE49-F238E27FC236}">
                  <a16:creationId xmlns:a16="http://schemas.microsoft.com/office/drawing/2014/main" id="{AEE6298D-F283-32E8-CAEE-5A7AC1D44A44}"/>
                </a:ext>
              </a:extLst>
            </p:cNvPr>
            <p:cNvSpPr/>
            <p:nvPr/>
          </p:nvSpPr>
          <p:spPr>
            <a:xfrm>
              <a:off x="1943463" y="-672207"/>
              <a:ext cx="8305074" cy="8305075"/>
            </a:xfrm>
            <a:prstGeom prst="ellipse">
              <a:avLst/>
            </a:prstGeom>
            <a:noFill/>
            <a:ln w="12700" cap="flat" cmpd="sng" algn="ctr">
              <a:solidFill>
                <a:schemeClr val="accent2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4" name="爱设计-4-9">
              <a:extLst>
                <a:ext uri="{FF2B5EF4-FFF2-40B4-BE49-F238E27FC236}">
                  <a16:creationId xmlns:a16="http://schemas.microsoft.com/office/drawing/2014/main" id="{3E71A376-171D-D525-11D8-98A6A7164FA2}"/>
                </a:ext>
              </a:extLst>
            </p:cNvPr>
            <p:cNvSpPr/>
            <p:nvPr/>
          </p:nvSpPr>
          <p:spPr>
            <a:xfrm>
              <a:off x="2768999" y="153329"/>
              <a:ext cx="6654002" cy="6654003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5" name="爱设计-4-10">
              <a:extLst>
                <a:ext uri="{FF2B5EF4-FFF2-40B4-BE49-F238E27FC236}">
                  <a16:creationId xmlns:a16="http://schemas.microsoft.com/office/drawing/2014/main" id="{37A57A80-9128-EB40-04A6-B26D0EAFDC29}"/>
                </a:ext>
              </a:extLst>
            </p:cNvPr>
            <p:cNvSpPr/>
            <p:nvPr/>
          </p:nvSpPr>
          <p:spPr>
            <a:xfrm>
              <a:off x="3181768" y="566097"/>
              <a:ext cx="5828464" cy="5828466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9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6" name="爱设计-4-11">
              <a:extLst>
                <a:ext uri="{FF2B5EF4-FFF2-40B4-BE49-F238E27FC236}">
                  <a16:creationId xmlns:a16="http://schemas.microsoft.com/office/drawing/2014/main" id="{83938C36-9AAB-7D23-0C77-7BE7234F1C74}"/>
                </a:ext>
              </a:extLst>
            </p:cNvPr>
            <p:cNvSpPr/>
            <p:nvPr/>
          </p:nvSpPr>
          <p:spPr>
            <a:xfrm>
              <a:off x="3594536" y="978866"/>
              <a:ext cx="5002929" cy="5002929"/>
            </a:xfrm>
            <a:prstGeom prst="ellipse">
              <a:avLst/>
            </a:prstGeom>
            <a:noFill/>
            <a:ln w="12700" cap="flat" cmpd="sng" algn="ctr">
              <a:solidFill>
                <a:schemeClr val="accent2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7" name="爱设计-4-12">
              <a:extLst>
                <a:ext uri="{FF2B5EF4-FFF2-40B4-BE49-F238E27FC236}">
                  <a16:creationId xmlns:a16="http://schemas.microsoft.com/office/drawing/2014/main" id="{078E1B43-17B1-2227-46A9-4861C6F86777}"/>
                </a:ext>
              </a:extLst>
            </p:cNvPr>
            <p:cNvSpPr/>
            <p:nvPr/>
          </p:nvSpPr>
          <p:spPr>
            <a:xfrm>
              <a:off x="4832841" y="2217171"/>
              <a:ext cx="2526318" cy="2526319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27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sp>
          <p:nvSpPr>
            <p:cNvPr id="18" name="爱设计-4-13">
              <a:extLst>
                <a:ext uri="{FF2B5EF4-FFF2-40B4-BE49-F238E27FC236}">
                  <a16:creationId xmlns:a16="http://schemas.microsoft.com/office/drawing/2014/main" id="{5AD02216-89BD-3161-9A05-F050996EB69C}"/>
                </a:ext>
              </a:extLst>
            </p:cNvPr>
            <p:cNvSpPr/>
            <p:nvPr userDrawn="1"/>
          </p:nvSpPr>
          <p:spPr>
            <a:xfrm>
              <a:off x="2346036" y="-269634"/>
              <a:ext cx="7499928" cy="7499928"/>
            </a:xfrm>
            <a:prstGeom prst="ellipse">
              <a:avLst/>
            </a:prstGeom>
            <a:noFill/>
            <a:ln w="12700" cap="flat" cmpd="sng" algn="ctr">
              <a:solidFill>
                <a:sysClr val="windowText" lastClr="000000">
                  <a:lumMod val="100000"/>
                  <a:alpha val="15000"/>
                </a:sysClr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sp3d prstMaterial="matte"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</a:endParaRPr>
            </a:p>
          </p:txBody>
        </p:sp>
        <p:grpSp>
          <p:nvGrpSpPr>
            <p:cNvPr id="19" name="iṥ1iḋe">
              <a:extLst>
                <a:ext uri="{FF2B5EF4-FFF2-40B4-BE49-F238E27FC236}">
                  <a16:creationId xmlns:a16="http://schemas.microsoft.com/office/drawing/2014/main" id="{69DB8279-DF03-1B15-197E-4684F0122D30}"/>
                </a:ext>
              </a:extLst>
            </p:cNvPr>
            <p:cNvGrpSpPr/>
            <p:nvPr userDrawn="1"/>
          </p:nvGrpSpPr>
          <p:grpSpPr>
            <a:xfrm>
              <a:off x="5646420" y="3030750"/>
              <a:ext cx="899160" cy="899160"/>
              <a:chOff x="6793334" y="-1153238"/>
              <a:chExt cx="2679700" cy="2679700"/>
            </a:xfrm>
          </p:grpSpPr>
          <p:sp>
            <p:nvSpPr>
              <p:cNvPr id="20" name="爱设计-4-14">
                <a:extLst>
                  <a:ext uri="{FF2B5EF4-FFF2-40B4-BE49-F238E27FC236}">
                    <a16:creationId xmlns:a16="http://schemas.microsoft.com/office/drawing/2014/main" id="{38128F31-94DE-898E-6BC8-5802D91E076B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4646668"/>
                  <a:gd name="adj2" fmla="val 8730001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爱设计-4-15">
                <a:extLst>
                  <a:ext uri="{FF2B5EF4-FFF2-40B4-BE49-F238E27FC236}">
                    <a16:creationId xmlns:a16="http://schemas.microsoft.com/office/drawing/2014/main" id="{ACAF68AC-F520-A51D-8DC2-3C96DD863EC0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3441905"/>
                  <a:gd name="adj2" fmla="val 3960453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2" name="爱设计-4-16">
                <a:extLst>
                  <a:ext uri="{FF2B5EF4-FFF2-40B4-BE49-F238E27FC236}">
                    <a16:creationId xmlns:a16="http://schemas.microsoft.com/office/drawing/2014/main" id="{43848D6A-C694-7707-80AB-D56928AE1C79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14680362"/>
                  <a:gd name="adj2" fmla="val 2626351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3" name="爱设计-4-17">
                <a:extLst>
                  <a:ext uri="{FF2B5EF4-FFF2-40B4-BE49-F238E27FC236}">
                    <a16:creationId xmlns:a16="http://schemas.microsoft.com/office/drawing/2014/main" id="{AF6BB8D4-3843-CDE5-4C2F-0C8804DBDFDF}"/>
                  </a:ext>
                </a:extLst>
              </p:cNvPr>
              <p:cNvSpPr/>
              <p:nvPr/>
            </p:nvSpPr>
            <p:spPr>
              <a:xfrm>
                <a:off x="6793334" y="-1153238"/>
                <a:ext cx="2679700" cy="2679700"/>
              </a:xfrm>
              <a:prstGeom prst="arc">
                <a:avLst>
                  <a:gd name="adj1" fmla="val 9481165"/>
                  <a:gd name="adj2" fmla="val 13738023"/>
                </a:avLst>
              </a:prstGeom>
              <a:noFill/>
              <a:ln w="38100" cap="rnd" cmpd="sng" algn="ctr">
                <a:solidFill>
                  <a:schemeClr val="accent2"/>
                </a:solidFill>
                <a:prstDash val="solid"/>
                <a:miter lim="800000"/>
              </a:ln>
              <a:effectLst/>
              <a:sp3d prstMaterial="matte"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24" name="爱设计-5">
            <a:extLst>
              <a:ext uri="{FF2B5EF4-FFF2-40B4-BE49-F238E27FC236}">
                <a16:creationId xmlns:a16="http://schemas.microsoft.com/office/drawing/2014/main" id="{85120EA5-4BA8-39C2-5222-211BE13A46FF}"/>
              </a:ext>
            </a:extLst>
          </p:cNvPr>
          <p:cNvSpPr txBox="1"/>
          <p:nvPr/>
        </p:nvSpPr>
        <p:spPr>
          <a:xfrm>
            <a:off x="262983" y="3098148"/>
            <a:ext cx="2664298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rgbClr val="3B3B3B"/>
                </a:solidFill>
              </a:rPr>
              <a:t>低劣设计，糟糕代码需要发现一个就修一个，否则会加速任何一个整洁，良好系统的腐烂。</a:t>
            </a:r>
            <a:endParaRPr lang="en-US" altLang="zh-CN" sz="1200" dirty="0">
              <a:solidFill>
                <a:srgbClr val="3B3B3B"/>
              </a:solidFill>
            </a:endParaRPr>
          </a:p>
        </p:txBody>
      </p:sp>
      <p:sp>
        <p:nvSpPr>
          <p:cNvPr id="25" name="爱设计-6">
            <a:extLst>
              <a:ext uri="{FF2B5EF4-FFF2-40B4-BE49-F238E27FC236}">
                <a16:creationId xmlns:a16="http://schemas.microsoft.com/office/drawing/2014/main" id="{38954F0C-1EE0-BD8D-8614-F0542F9B1C5C}"/>
              </a:ext>
            </a:extLst>
          </p:cNvPr>
          <p:cNvSpPr txBox="1"/>
          <p:nvPr/>
        </p:nvSpPr>
        <p:spPr>
          <a:xfrm>
            <a:off x="989839" y="275627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软件的熵</a:t>
            </a:r>
          </a:p>
        </p:txBody>
      </p:sp>
      <p:sp>
        <p:nvSpPr>
          <p:cNvPr id="26" name="爱设计-7">
            <a:extLst>
              <a:ext uri="{FF2B5EF4-FFF2-40B4-BE49-F238E27FC236}">
                <a16:creationId xmlns:a16="http://schemas.microsoft.com/office/drawing/2014/main" id="{76C4D044-F21A-B6F5-3E7C-7A45AA84F74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478791" y="376739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7" name="爱设计-8">
            <a:extLst>
              <a:ext uri="{FF2B5EF4-FFF2-40B4-BE49-F238E27FC236}">
                <a16:creationId xmlns:a16="http://schemas.microsoft.com/office/drawing/2014/main" id="{38FBE81A-C80C-92B0-927C-17038FE575C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0584110" y="376739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8" name="爱设计-9">
            <a:extLst>
              <a:ext uri="{FF2B5EF4-FFF2-40B4-BE49-F238E27FC236}">
                <a16:creationId xmlns:a16="http://schemas.microsoft.com/office/drawing/2014/main" id="{270209E4-946F-D4AE-8BE6-7F73CB02B35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7549003" y="2756270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29" name="爱设计-10">
            <a:extLst>
              <a:ext uri="{FF2B5EF4-FFF2-40B4-BE49-F238E27FC236}">
                <a16:creationId xmlns:a16="http://schemas.microsoft.com/office/drawing/2014/main" id="{6E927497-CC3C-2C32-B605-5FA2B4CD7F1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513897" y="4244579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0" name="爱设计-11">
            <a:extLst>
              <a:ext uri="{FF2B5EF4-FFF2-40B4-BE49-F238E27FC236}">
                <a16:creationId xmlns:a16="http://schemas.microsoft.com/office/drawing/2014/main" id="{2E5DE687-B215-989F-72DD-1647633DD2A3}"/>
              </a:ext>
            </a:extLst>
          </p:cNvPr>
          <p:cNvSpPr txBox="1"/>
          <p:nvPr/>
        </p:nvSpPr>
        <p:spPr>
          <a:xfrm>
            <a:off x="3237842" y="3497739"/>
            <a:ext cx="2664298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rgbClr val="3B3B3B"/>
                </a:solidFill>
              </a:rPr>
              <a:t>当大家都不愿意做一件事时，自己先做，让其余人看见未来，就能聚集在自己周围。</a:t>
            </a:r>
          </a:p>
        </p:txBody>
      </p:sp>
      <p:sp>
        <p:nvSpPr>
          <p:cNvPr id="31" name="爱设计-12">
            <a:extLst>
              <a:ext uri="{FF2B5EF4-FFF2-40B4-BE49-F238E27FC236}">
                <a16:creationId xmlns:a16="http://schemas.microsoft.com/office/drawing/2014/main" id="{8884D412-9859-38D8-9910-3D6C55FBB9D5}"/>
              </a:ext>
            </a:extLst>
          </p:cNvPr>
          <p:cNvSpPr txBox="1"/>
          <p:nvPr/>
        </p:nvSpPr>
        <p:spPr>
          <a:xfrm>
            <a:off x="3708217" y="3155861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石头汤煮青蛙</a:t>
            </a:r>
          </a:p>
        </p:txBody>
      </p:sp>
      <p:sp>
        <p:nvSpPr>
          <p:cNvPr id="32" name="爱设计-13">
            <a:extLst>
              <a:ext uri="{FF2B5EF4-FFF2-40B4-BE49-F238E27FC236}">
                <a16:creationId xmlns:a16="http://schemas.microsoft.com/office/drawing/2014/main" id="{BFC9A912-5E17-4DD7-2875-25ED553DD5EE}"/>
              </a:ext>
            </a:extLst>
          </p:cNvPr>
          <p:cNvSpPr txBox="1"/>
          <p:nvPr/>
        </p:nvSpPr>
        <p:spPr>
          <a:xfrm>
            <a:off x="6285803" y="2159117"/>
            <a:ext cx="2664298" cy="52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rgbClr val="3B3B3B"/>
                </a:solidFill>
              </a:rPr>
              <a:t>知识会过期，价值会降低，自身价值也在降低</a:t>
            </a:r>
          </a:p>
        </p:txBody>
      </p:sp>
      <p:sp>
        <p:nvSpPr>
          <p:cNvPr id="33" name="爱设计-14">
            <a:extLst>
              <a:ext uri="{FF2B5EF4-FFF2-40B4-BE49-F238E27FC236}">
                <a16:creationId xmlns:a16="http://schemas.microsoft.com/office/drawing/2014/main" id="{E1AC5680-D568-03D7-10DE-1F35D1C79AEC}"/>
              </a:ext>
            </a:extLst>
          </p:cNvPr>
          <p:cNvSpPr txBox="1"/>
          <p:nvPr/>
        </p:nvSpPr>
        <p:spPr>
          <a:xfrm>
            <a:off x="6756178" y="1817239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你的知识资产</a:t>
            </a:r>
          </a:p>
        </p:txBody>
      </p:sp>
      <p:sp>
        <p:nvSpPr>
          <p:cNvPr id="34" name="爱设计-15">
            <a:extLst>
              <a:ext uri="{FF2B5EF4-FFF2-40B4-BE49-F238E27FC236}">
                <a16:creationId xmlns:a16="http://schemas.microsoft.com/office/drawing/2014/main" id="{46673B50-58BC-9AE1-D41D-0533DA6E0719}"/>
              </a:ext>
            </a:extLst>
          </p:cNvPr>
          <p:cNvSpPr txBox="1"/>
          <p:nvPr/>
        </p:nvSpPr>
        <p:spPr>
          <a:xfrm>
            <a:off x="9318932" y="3098148"/>
            <a:ext cx="2664298" cy="524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rgbClr val="3B3B3B"/>
                </a:solidFill>
              </a:rPr>
              <a:t>对于学习到的知识要加上自己的思考，不一定热门技术都适合自己的项目。</a:t>
            </a:r>
          </a:p>
        </p:txBody>
      </p:sp>
      <p:sp>
        <p:nvSpPr>
          <p:cNvPr id="35" name="爱设计-16">
            <a:extLst>
              <a:ext uri="{FF2B5EF4-FFF2-40B4-BE49-F238E27FC236}">
                <a16:creationId xmlns:a16="http://schemas.microsoft.com/office/drawing/2014/main" id="{58863162-EC0D-48A7-217D-1C2E64A76BDF}"/>
              </a:ext>
            </a:extLst>
          </p:cNvPr>
          <p:cNvSpPr txBox="1"/>
          <p:nvPr/>
        </p:nvSpPr>
        <p:spPr>
          <a:xfrm>
            <a:off x="9917548" y="275627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批判的思考</a:t>
            </a:r>
          </a:p>
        </p:txBody>
      </p:sp>
      <p:sp>
        <p:nvSpPr>
          <p:cNvPr id="36" name="爱设计-17">
            <a:extLst>
              <a:ext uri="{FF2B5EF4-FFF2-40B4-BE49-F238E27FC236}">
                <a16:creationId xmlns:a16="http://schemas.microsoft.com/office/drawing/2014/main" id="{1D5AB5F7-DB1E-11AB-638D-087C2BF5D02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29417" y="5458713"/>
            <a:ext cx="144000" cy="144000"/>
          </a:xfrm>
          <a:prstGeom prst="ellipse">
            <a:avLst/>
          </a:prstGeom>
          <a:solidFill>
            <a:srgbClr val="FFFFFF"/>
          </a:solidFill>
          <a:ln w="25400" cap="flat" cmpd="sng" algn="ctr">
            <a:solidFill>
              <a:schemeClr val="accent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37" name="爱设计-18">
            <a:extLst>
              <a:ext uri="{FF2B5EF4-FFF2-40B4-BE49-F238E27FC236}">
                <a16:creationId xmlns:a16="http://schemas.microsoft.com/office/drawing/2014/main" id="{2FFE8052-D118-7D2D-8E47-05E61C20B431}"/>
              </a:ext>
            </a:extLst>
          </p:cNvPr>
          <p:cNvSpPr txBox="1"/>
          <p:nvPr/>
        </p:nvSpPr>
        <p:spPr>
          <a:xfrm>
            <a:off x="5250589" y="4815351"/>
            <a:ext cx="3324804" cy="746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rgbClr val="3B3B3B"/>
                </a:solidFill>
              </a:rPr>
              <a:t>系统的功能和质量可以让用户参与权衡，不一定要十全十美才进行交付。用户尽早使用而给出的反馈，能让系统引向更好的最终解决方案。</a:t>
            </a:r>
            <a:endParaRPr lang="en-US" altLang="zh-CN" sz="1200" dirty="0">
              <a:solidFill>
                <a:srgbClr val="3B3B3B"/>
              </a:solidFill>
            </a:endParaRPr>
          </a:p>
        </p:txBody>
      </p:sp>
      <p:sp>
        <p:nvSpPr>
          <p:cNvPr id="38" name="爱设计-19">
            <a:extLst>
              <a:ext uri="{FF2B5EF4-FFF2-40B4-BE49-F238E27FC236}">
                <a16:creationId xmlns:a16="http://schemas.microsoft.com/office/drawing/2014/main" id="{E247C7CE-D08E-E6AC-A8E3-228CA5D3D710}"/>
              </a:ext>
            </a:extLst>
          </p:cNvPr>
          <p:cNvSpPr txBox="1"/>
          <p:nvPr/>
        </p:nvSpPr>
        <p:spPr>
          <a:xfrm>
            <a:off x="6039643" y="4473473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accent1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rPr>
              <a:t>足够好的软件</a:t>
            </a:r>
          </a:p>
        </p:txBody>
      </p:sp>
    </p:spTree>
    <p:extLst>
      <p:ext uri="{BB962C8B-B14F-4D97-AF65-F5344CB8AC3E}">
        <p14:creationId xmlns:p14="http://schemas.microsoft.com/office/powerpoint/2010/main" val="1984912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爱设计-1">
            <a:extLst>
              <a:ext uri="{FF2B5EF4-FFF2-40B4-BE49-F238E27FC236}">
                <a16:creationId xmlns:a16="http://schemas.microsoft.com/office/drawing/2014/main" id="{69BDB890-05E4-AAC3-EA00-B02104C81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61" name="爱设计-2">
            <a:extLst>
              <a:ext uri="{FF2B5EF4-FFF2-40B4-BE49-F238E27FC236}">
                <a16:creationId xmlns:a16="http://schemas.microsoft.com/office/drawing/2014/main" id="{83A74EAF-E1FD-8CCC-20C6-4219D06D4DA1}"/>
              </a:ext>
            </a:extLst>
          </p:cNvPr>
          <p:cNvGrpSpPr/>
          <p:nvPr/>
        </p:nvGrpSpPr>
        <p:grpSpPr>
          <a:xfrm>
            <a:off x="0" y="752353"/>
            <a:ext cx="12557108" cy="6105647"/>
            <a:chOff x="-1" y="752353"/>
            <a:chExt cx="12557108" cy="6105647"/>
          </a:xfrm>
        </p:grpSpPr>
        <p:pic>
          <p:nvPicPr>
            <p:cNvPr id="5" name="爱设计-2-1">
              <a:extLst>
                <a:ext uri="{FF2B5EF4-FFF2-40B4-BE49-F238E27FC236}">
                  <a16:creationId xmlns:a16="http://schemas.microsoft.com/office/drawing/2014/main" id="{B273C463-F06A-C115-7EF9-ADB6E27EE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0356" y="752353"/>
              <a:ext cx="6506751" cy="5983723"/>
            </a:xfrm>
            <a:prstGeom prst="rect">
              <a:avLst/>
            </a:prstGeom>
          </p:spPr>
        </p:pic>
        <p:pic>
          <p:nvPicPr>
            <p:cNvPr id="11" name="爱设计-2-2">
              <a:extLst>
                <a:ext uri="{FF2B5EF4-FFF2-40B4-BE49-F238E27FC236}">
                  <a16:creationId xmlns:a16="http://schemas.microsoft.com/office/drawing/2014/main" id="{A4AEBEE3-E0E6-2D1A-CAD3-9C02EA1F1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" y="4097438"/>
              <a:ext cx="5197671" cy="2760562"/>
            </a:xfrm>
            <a:prstGeom prst="rect">
              <a:avLst/>
            </a:prstGeom>
          </p:spPr>
        </p:pic>
      </p:grpSp>
      <p:grpSp>
        <p:nvGrpSpPr>
          <p:cNvPr id="26" name="爱设计-3">
            <a:extLst>
              <a:ext uri="{FF2B5EF4-FFF2-40B4-BE49-F238E27FC236}">
                <a16:creationId xmlns:a16="http://schemas.microsoft.com/office/drawing/2014/main" id="{EFC014F0-E6AF-994A-F981-9F5650839E8E}"/>
              </a:ext>
            </a:extLst>
          </p:cNvPr>
          <p:cNvGrpSpPr/>
          <p:nvPr/>
        </p:nvGrpSpPr>
        <p:grpSpPr>
          <a:xfrm>
            <a:off x="10441627" y="6134100"/>
            <a:ext cx="1077273" cy="112739"/>
            <a:chOff x="10441627" y="6134100"/>
            <a:chExt cx="1077273" cy="112739"/>
          </a:xfrm>
        </p:grpSpPr>
        <p:sp>
          <p:nvSpPr>
            <p:cNvPr id="24" name="爱设计-3-1">
              <a:extLst>
                <a:ext uri="{FF2B5EF4-FFF2-40B4-BE49-F238E27FC236}">
                  <a16:creationId xmlns:a16="http://schemas.microsoft.com/office/drawing/2014/main" id="{C8985849-A779-8FEB-C673-CC800C35B261}"/>
                </a:ext>
              </a:extLst>
            </p:cNvPr>
            <p:cNvSpPr/>
            <p:nvPr/>
          </p:nvSpPr>
          <p:spPr>
            <a:xfrm>
              <a:off x="10441627" y="6134100"/>
              <a:ext cx="503745" cy="112739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爱设计-3-2">
              <a:extLst>
                <a:ext uri="{FF2B5EF4-FFF2-40B4-BE49-F238E27FC236}">
                  <a16:creationId xmlns:a16="http://schemas.microsoft.com/office/drawing/2014/main" id="{0CC030AC-1E05-588E-D30C-9C566324A50C}"/>
                </a:ext>
              </a:extLst>
            </p:cNvPr>
            <p:cNvSpPr/>
            <p:nvPr/>
          </p:nvSpPr>
          <p:spPr>
            <a:xfrm>
              <a:off x="11015155" y="6134100"/>
              <a:ext cx="503745" cy="11273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爱设计-4">
            <a:extLst>
              <a:ext uri="{FF2B5EF4-FFF2-40B4-BE49-F238E27FC236}">
                <a16:creationId xmlns:a16="http://schemas.microsoft.com/office/drawing/2014/main" id="{5E31CAFF-BFFD-2EE6-B710-90591FC5BE79}"/>
              </a:ext>
            </a:extLst>
          </p:cNvPr>
          <p:cNvGrpSpPr/>
          <p:nvPr/>
        </p:nvGrpSpPr>
        <p:grpSpPr>
          <a:xfrm>
            <a:off x="576092" y="520185"/>
            <a:ext cx="10914614" cy="452688"/>
            <a:chOff x="576092" y="635935"/>
            <a:chExt cx="10914614" cy="452688"/>
          </a:xfrm>
        </p:grpSpPr>
        <p:sp>
          <p:nvSpPr>
            <p:cNvPr id="46" name="爱设计-4-1">
              <a:extLst>
                <a:ext uri="{FF2B5EF4-FFF2-40B4-BE49-F238E27FC236}">
                  <a16:creationId xmlns:a16="http://schemas.microsoft.com/office/drawing/2014/main" id="{B1F6D822-D413-DAD0-BD43-BE7071A359BD}"/>
                </a:ext>
              </a:extLst>
            </p:cNvPr>
            <p:cNvSpPr txBox="1">
              <a:spLocks/>
            </p:cNvSpPr>
            <p:nvPr/>
          </p:nvSpPr>
          <p:spPr>
            <a:xfrm>
              <a:off x="576092" y="635935"/>
              <a:ext cx="3706507" cy="452688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589" indent="-228589" algn="l" defTabSz="914354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76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294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120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298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474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652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8829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006" indent="-228589" algn="l" defTabSz="914354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354" rtl="0" eaLnBrk="1" fontAlgn="auto" latinLnBrk="0" hangingPunct="1">
                <a:lnSpc>
                  <a:spcPct val="12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Pellentesque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Habitant Morbi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Tristique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Senectus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Netus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Et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Malesuada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Fames Ac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Turpis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 </a:t>
              </a:r>
              <a:r>
                <a:rPr kumimoji="0" lang="en-GB" altLang="zh-CN" sz="10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Egestas</a:t>
              </a:r>
              <a:r>
                <a:rPr kumimoji="0" lang="en-GB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  <a:cs typeface="+mn-cs"/>
                  <a:sym typeface="Arial" panose="020B0604020202020204" pitchFamily="34" charset="0"/>
                </a:rPr>
                <a:t>. </a:t>
              </a:r>
            </a:p>
          </p:txBody>
        </p:sp>
        <p:grpSp>
          <p:nvGrpSpPr>
            <p:cNvPr id="47" name="爱设计-9">
              <a:extLst>
                <a:ext uri="{FF2B5EF4-FFF2-40B4-BE49-F238E27FC236}">
                  <a16:creationId xmlns:a16="http://schemas.microsoft.com/office/drawing/2014/main" id="{049D0B45-0600-35D0-1CCE-26005F2E0A49}"/>
                </a:ext>
              </a:extLst>
            </p:cNvPr>
            <p:cNvGrpSpPr/>
            <p:nvPr/>
          </p:nvGrpSpPr>
          <p:grpSpPr>
            <a:xfrm>
              <a:off x="11267027" y="705435"/>
              <a:ext cx="223679" cy="143861"/>
              <a:chOff x="10749120" y="871596"/>
              <a:chExt cx="223679" cy="143861"/>
            </a:xfrm>
          </p:grpSpPr>
          <p:cxnSp>
            <p:nvCxnSpPr>
              <p:cNvPr id="48" name="爱设计-4-2">
                <a:extLst>
                  <a:ext uri="{FF2B5EF4-FFF2-40B4-BE49-F238E27FC236}">
                    <a16:creationId xmlns:a16="http://schemas.microsoft.com/office/drawing/2014/main" id="{6C6896D2-25F8-3B65-D2A6-CA618522F4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101545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49" name="爱设计-4-3">
                <a:extLst>
                  <a:ext uri="{FF2B5EF4-FFF2-40B4-BE49-F238E27FC236}">
                    <a16:creationId xmlns:a16="http://schemas.microsoft.com/office/drawing/2014/main" id="{C31B755B-296D-F774-7A3D-1A64E634D3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943527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accent1"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  <p:cxnSp>
            <p:nvCxnSpPr>
              <p:cNvPr id="50" name="爱设计-4-4">
                <a:extLst>
                  <a:ext uri="{FF2B5EF4-FFF2-40B4-BE49-F238E27FC236}">
                    <a16:creationId xmlns:a16="http://schemas.microsoft.com/office/drawing/2014/main" id="{9F783300-EC82-D417-4974-39F5693CDB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49120" y="871596"/>
                <a:ext cx="223679" cy="0"/>
              </a:xfrm>
              <a:prstGeom prst="straightConnector1">
                <a:avLst/>
              </a:prstGeom>
              <a:noFill/>
              <a:ln w="15875" cap="rnd" cmpd="sng" algn="ctr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prstDash val="solid"/>
                <a:round/>
              </a:ln>
              <a:effectLst/>
            </p:spPr>
          </p:cxnSp>
        </p:grpSp>
      </p:grpSp>
      <p:sp>
        <p:nvSpPr>
          <p:cNvPr id="37" name="爱设计-5">
            <a:extLst>
              <a:ext uri="{FF2B5EF4-FFF2-40B4-BE49-F238E27FC236}">
                <a16:creationId xmlns:a16="http://schemas.microsoft.com/office/drawing/2014/main" id="{B9A81D67-BD34-F0E8-D58E-5855E7FCB08C}"/>
              </a:ext>
            </a:extLst>
          </p:cNvPr>
          <p:cNvSpPr txBox="1">
            <a:spLocks/>
          </p:cNvSpPr>
          <p:nvPr/>
        </p:nvSpPr>
        <p:spPr>
          <a:xfrm>
            <a:off x="530372" y="1501838"/>
            <a:ext cx="7702881" cy="240065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感谢</a:t>
            </a:r>
            <a:br>
              <a:rPr lang="en-US" altLang="zh-CN" sz="7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</a:br>
            <a:r>
              <a:rPr lang="zh-CN" altLang="en-US" sz="75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您的</a:t>
            </a:r>
            <a:r>
              <a:rPr lang="zh-CN" altLang="en-US" sz="7500" b="0" dirty="0">
                <a:solidFill>
                  <a:schemeClr val="accent1"/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观看</a:t>
            </a:r>
            <a:r>
              <a:rPr lang="en-US" altLang="zh-CN" sz="7500" b="0" dirty="0">
                <a:solidFill>
                  <a:schemeClr val="accent1"/>
                </a:solidFill>
                <a:latin typeface="字由文艺黑" panose="00020600040101010101" pitchFamily="18" charset="-122"/>
                <a:ea typeface="字由文艺黑" panose="00020600040101010101" pitchFamily="18" charset="-122"/>
                <a:cs typeface="OPPOSans H" panose="00020600040101010101" pitchFamily="18" charset="-122"/>
              </a:rPr>
              <a:t>.</a:t>
            </a:r>
            <a:endParaRPr lang="zh-CN" altLang="en-US" sz="7500" b="0" dirty="0">
              <a:solidFill>
                <a:schemeClr val="accent1"/>
              </a:solidFill>
              <a:latin typeface="字由文艺黑" panose="00020600040101010101" pitchFamily="18" charset="-122"/>
              <a:ea typeface="字由文艺黑" panose="00020600040101010101" pitchFamily="18" charset="-122"/>
              <a:cs typeface="OPPOSans H" panose="00020600040101010101" pitchFamily="18" charset="-122"/>
            </a:endParaRPr>
          </a:p>
        </p:txBody>
      </p:sp>
      <p:grpSp>
        <p:nvGrpSpPr>
          <p:cNvPr id="22" name="爱设计-6">
            <a:extLst>
              <a:ext uri="{FF2B5EF4-FFF2-40B4-BE49-F238E27FC236}">
                <a16:creationId xmlns:a16="http://schemas.microsoft.com/office/drawing/2014/main" id="{86AF6A5C-6B3B-7F1C-53C6-D1F6C226AB5A}"/>
              </a:ext>
            </a:extLst>
          </p:cNvPr>
          <p:cNvGrpSpPr/>
          <p:nvPr/>
        </p:nvGrpSpPr>
        <p:grpSpPr>
          <a:xfrm>
            <a:off x="608350" y="4590634"/>
            <a:ext cx="1853418" cy="504130"/>
            <a:chOff x="625666" y="3665240"/>
            <a:chExt cx="1989813" cy="614018"/>
          </a:xfrm>
        </p:grpSpPr>
        <p:pic>
          <p:nvPicPr>
            <p:cNvPr id="14" name="爱设计-6-1">
              <a:extLst>
                <a:ext uri="{FF2B5EF4-FFF2-40B4-BE49-F238E27FC236}">
                  <a16:creationId xmlns:a16="http://schemas.microsoft.com/office/drawing/2014/main" id="{AAD6F6E7-96C3-10CB-18D7-750AF3B03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18" name="爱设计-6-2">
              <a:extLst>
                <a:ext uri="{FF2B5EF4-FFF2-40B4-BE49-F238E27FC236}">
                  <a16:creationId xmlns:a16="http://schemas.microsoft.com/office/drawing/2014/main" id="{608AC001-856C-EF4E-5F73-626E6E6BB2BC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汇报人： 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ISHEJI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38" name="爱设计-7">
            <a:extLst>
              <a:ext uri="{FF2B5EF4-FFF2-40B4-BE49-F238E27FC236}">
                <a16:creationId xmlns:a16="http://schemas.microsoft.com/office/drawing/2014/main" id="{5EB53F5A-4FC3-F9D3-C5D5-588DB6DC7C98}"/>
              </a:ext>
            </a:extLst>
          </p:cNvPr>
          <p:cNvSpPr txBox="1">
            <a:spLocks/>
          </p:cNvSpPr>
          <p:nvPr/>
        </p:nvSpPr>
        <p:spPr>
          <a:xfrm>
            <a:off x="566964" y="4158772"/>
            <a:ext cx="4630707" cy="287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dist">
              <a:buNone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OPPOSans H" panose="00020600040101010101" pitchFamily="18" charset="-122"/>
              </a:rPr>
              <a:t>THE PRAGMATIC PROGRAMMER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OPPOSans H" panose="00020600040101010101" pitchFamily="18" charset="-122"/>
            </a:endParaRPr>
          </a:p>
        </p:txBody>
      </p:sp>
      <p:cxnSp>
        <p:nvCxnSpPr>
          <p:cNvPr id="39" name="爱设计-8">
            <a:extLst>
              <a:ext uri="{FF2B5EF4-FFF2-40B4-BE49-F238E27FC236}">
                <a16:creationId xmlns:a16="http://schemas.microsoft.com/office/drawing/2014/main" id="{F8E08C62-E408-7086-C2E3-F77147935619}"/>
              </a:ext>
            </a:extLst>
          </p:cNvPr>
          <p:cNvCxnSpPr/>
          <p:nvPr/>
        </p:nvCxnSpPr>
        <p:spPr>
          <a:xfrm>
            <a:off x="651022" y="3969454"/>
            <a:ext cx="4826421" cy="0"/>
          </a:xfrm>
          <a:prstGeom prst="line">
            <a:avLst/>
          </a:prstGeom>
          <a:ln w="571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爱设计-9">
            <a:extLst>
              <a:ext uri="{FF2B5EF4-FFF2-40B4-BE49-F238E27FC236}">
                <a16:creationId xmlns:a16="http://schemas.microsoft.com/office/drawing/2014/main" id="{AFAEEAFD-5DF3-92FA-627D-A61B60928C97}"/>
              </a:ext>
            </a:extLst>
          </p:cNvPr>
          <p:cNvGrpSpPr/>
          <p:nvPr/>
        </p:nvGrpSpPr>
        <p:grpSpPr>
          <a:xfrm>
            <a:off x="2614037" y="4590634"/>
            <a:ext cx="1853418" cy="504130"/>
            <a:chOff x="625666" y="3665240"/>
            <a:chExt cx="1989813" cy="614018"/>
          </a:xfrm>
        </p:grpSpPr>
        <p:pic>
          <p:nvPicPr>
            <p:cNvPr id="63" name="爱设计-9-1">
              <a:extLst>
                <a:ext uri="{FF2B5EF4-FFF2-40B4-BE49-F238E27FC236}">
                  <a16:creationId xmlns:a16="http://schemas.microsoft.com/office/drawing/2014/main" id="{5876B847-E0A5-CC8E-E63F-06598A7C0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5666" y="3665240"/>
              <a:ext cx="1989813" cy="614018"/>
            </a:xfrm>
            <a:prstGeom prst="rect">
              <a:avLst/>
            </a:prstGeom>
          </p:spPr>
        </p:pic>
        <p:sp>
          <p:nvSpPr>
            <p:cNvPr id="64" name="爱设计-9-2">
              <a:extLst>
                <a:ext uri="{FF2B5EF4-FFF2-40B4-BE49-F238E27FC236}">
                  <a16:creationId xmlns:a16="http://schemas.microsoft.com/office/drawing/2014/main" id="{EF16E2B4-BBB9-6804-DCD1-160B96D9FB97}"/>
                </a:ext>
              </a:extLst>
            </p:cNvPr>
            <p:cNvSpPr/>
            <p:nvPr/>
          </p:nvSpPr>
          <p:spPr>
            <a:xfrm>
              <a:off x="687918" y="3712239"/>
              <a:ext cx="1865312" cy="486614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  <a:effectLst>
              <a:outerShdw blurRad="342900" dist="152400" dir="2700000" algn="tl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时间：</a:t>
              </a:r>
              <a:r>
                <a:rPr lang="en-US" altLang="zh-CN" sz="1440" dirty="0">
                  <a:solidFill>
                    <a:schemeClr val="bg1"/>
                  </a:solidFill>
                  <a:effectLst>
                    <a:outerShdw blurRad="38100" dist="38100" dir="2700000" algn="tl">
                      <a:schemeClr val="accent1">
                        <a:lumMod val="50000"/>
                        <a:alpha val="30000"/>
                      </a:schemeClr>
                    </a:outerShdw>
                  </a:effectLst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rPr>
                <a:t>202X.1.1</a:t>
              </a:r>
              <a:endParaRPr lang="zh-CN" altLang="en-US" sz="1440" dirty="0">
                <a:solidFill>
                  <a:schemeClr val="bg1"/>
                </a:solidFill>
                <a:effectLst>
                  <a:outerShdw blurRad="38100" dist="38100" dir="2700000" algn="tl">
                    <a:schemeClr val="accent1">
                      <a:lumMod val="50000"/>
                      <a:alpha val="30000"/>
                    </a:schemeClr>
                  </a:outerShdw>
                </a:effectLst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endParaRPr>
            </a:p>
          </p:txBody>
        </p:sp>
      </p:grpSp>
      <p:sp>
        <p:nvSpPr>
          <p:cNvPr id="69" name="爱设计-10">
            <a:extLst>
              <a:ext uri="{FF2B5EF4-FFF2-40B4-BE49-F238E27FC236}">
                <a16:creationId xmlns:a16="http://schemas.microsoft.com/office/drawing/2014/main" id="{3CACE4AD-5688-5D5B-C58A-23B6EFE45922}"/>
              </a:ext>
            </a:extLst>
          </p:cNvPr>
          <p:cNvSpPr txBox="1"/>
          <p:nvPr/>
        </p:nvSpPr>
        <p:spPr>
          <a:xfrm>
            <a:off x="527961" y="6137385"/>
            <a:ext cx="33495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Report on development experience sharing</a:t>
            </a:r>
          </a:p>
        </p:txBody>
      </p:sp>
    </p:spTree>
    <p:extLst>
      <p:ext uri="{BB962C8B-B14F-4D97-AF65-F5344CB8AC3E}">
        <p14:creationId xmlns:p14="http://schemas.microsoft.com/office/powerpoint/2010/main" val="37928599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爱设计-1">
            <a:extLst>
              <a:ext uri="{FF2B5EF4-FFF2-40B4-BE49-F238E27FC236}">
                <a16:creationId xmlns:a16="http://schemas.microsoft.com/office/drawing/2014/main" id="{6CA83085-4234-B9E7-908F-26307EDF3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2454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ZOOM_17" val="1"/>
  <p:tag name="Z_HASTEXT" val="1"/>
  <p:tag name="Z_LEFT" val="550.4869"/>
  <p:tag name="Z_TOP" val="274.374"/>
  <p:tag name="Z_WIDTH" val="264.5342"/>
  <p:tag name="Z_HEIGHT" val="0"/>
  <p:tag name="Z_LINEWEIGHT" val="4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ZOOM_17" val="1"/>
  <p:tag name="Z_HASTEXT" val="1"/>
  <p:tag name="Z_LEFT" val="550.4869"/>
  <p:tag name="Z_TOP" val="274.374"/>
  <p:tag name="Z_WIDTH" val="264.5342"/>
  <p:tag name="Z_HEIGHT" val="0"/>
  <p:tag name="Z_LINEWEIGHT" val="4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ZOOM_17" val="1"/>
  <p:tag name="Z_HASTEXT" val="1"/>
  <p:tag name="Z_LEFT" val="550.4869"/>
  <p:tag name="Z_TOP" val="274.374"/>
  <p:tag name="Z_WIDTH" val="264.5342"/>
  <p:tag name="Z_HEIGHT" val="0"/>
  <p:tag name="Z_LINEWEIGHT" val="4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_ZOOM_17" val="1"/>
  <p:tag name="Z_HASTEXT" val="1"/>
  <p:tag name="Z_LEFT" val="550.4869"/>
  <p:tag name="Z_TOP" val="274.374"/>
  <p:tag name="Z_WIDTH" val="264.5342"/>
  <p:tag name="Z_HEIGHT" val="0"/>
  <p:tag name="Z_LINEWEIGHT" val="4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PPT模板标准文件">
  <a:themeElements>
    <a:clrScheme name="自定义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894CE"/>
      </a:accent1>
      <a:accent2>
        <a:srgbClr val="6894CE"/>
      </a:accent2>
      <a:accent3>
        <a:srgbClr val="6894CE"/>
      </a:accent3>
      <a:accent4>
        <a:srgbClr val="FF3966"/>
      </a:accent4>
      <a:accent5>
        <a:srgbClr val="1ACA81"/>
      </a:accent5>
      <a:accent6>
        <a:srgbClr val="F4BF2C"/>
      </a:accent6>
      <a:hlink>
        <a:srgbClr val="000000"/>
      </a:hlink>
      <a:folHlink>
        <a:srgbClr val="000000"/>
      </a:folHlink>
    </a:clrScheme>
    <a:fontScheme name="自定义 2">
      <a:majorFont>
        <a:latin typeface="OPPOSans H"/>
        <a:ea typeface="OPPOSans H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模板标准文件" id="{C9E3B249-D3C8-4D9A-A1C9-043F6227200C}" vid="{8DA0DB79-7CFB-44A7-B7B5-B7AC45C353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PPT模板标准文件</Template>
  <TotalTime>326</TotalTime>
  <Words>1570</Words>
  <Application>Microsoft Office PowerPoint</Application>
  <PresentationFormat>宽屏</PresentationFormat>
  <Paragraphs>166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OPPOSans B</vt:lpstr>
      <vt:lpstr>OPPOSans H</vt:lpstr>
      <vt:lpstr>OPPOSans L</vt:lpstr>
      <vt:lpstr>OPPOSans R</vt:lpstr>
      <vt:lpstr>微软雅黑</vt:lpstr>
      <vt:lpstr>字由文艺黑</vt:lpstr>
      <vt:lpstr>Arial</vt:lpstr>
      <vt:lpstr>Roboto</vt:lpstr>
      <vt:lpstr>PPT模板标准文件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 华伟</dc:creator>
  <cp:lastModifiedBy>吴 华伟</cp:lastModifiedBy>
  <cp:revision>40</cp:revision>
  <dcterms:created xsi:type="dcterms:W3CDTF">2022-10-13T08:55:46Z</dcterms:created>
  <dcterms:modified xsi:type="dcterms:W3CDTF">2022-11-29T02:25:07Z</dcterms:modified>
</cp:coreProperties>
</file>