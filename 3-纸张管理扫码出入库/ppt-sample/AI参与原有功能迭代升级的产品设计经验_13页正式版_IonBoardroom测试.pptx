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3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3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1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1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5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4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3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10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9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7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4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57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99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42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23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92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3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9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75488"/>
            <a:ext cx="672084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06640" y="475488"/>
            <a:ext cx="4279392" cy="3456432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06640" y="4096512"/>
            <a:ext cx="4279392" cy="1828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8412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8595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AI +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46304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C2E54"/>
                </a:solidFill>
                <a:latin typeface="Microsoft YaHei"/>
              </a:rPr>
              <a:t>AI参与原有功能迭代升级的
产品设计经验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2608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16F89"/>
                </a:solidFill>
                <a:latin typeface="Microsoft YaHei"/>
              </a:rPr>
              <a:t>以纸张管理扫码出入库项目为例，讲清 AI 在存量 ERP 功能迭代里如何给产品经理提效，以及如何避免失控。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40599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原有 ERP 迭代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6272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40599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产品方法复盘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9584" y="40599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AI 协作提效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914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CE8FF"/>
                </a:solidFill>
                <a:latin typeface="Microsoft YaHei"/>
              </a:rPr>
              <a:t>核心判断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1572768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的价值，不在于替产品经理做判断，而在于更快地整理、对照、同步和暴露问题。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15468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DD7EF"/>
                </a:solidFill>
                <a:latin typeface="Microsoft YaHei"/>
              </a:rPr>
              <a:t>纸张管理扫码出入库 / 内部经验分享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45902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98348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个存量 ERP
迭代案例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9992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79992" y="45902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98348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章分享主线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4744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24744" y="45902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3+3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0464" y="498348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踩坑与有效
做法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02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为什么讲这个项目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470916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1051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为什么适合拿来分享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4023360" cy="3108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不是从 0 到 1，而是原有 ERP 功能迭代升级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更接近大多数产品经理真实工作场景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原始需求、Codex 对话、PRD、原型都有留痕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能完整复盘 AI 介入过程，而不是只看结果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536192"/>
            <a:ext cx="598932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8288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CE8FF"/>
                </a:solidFill>
                <a:latin typeface="Microsoft YaHei"/>
              </a:rPr>
              <a:t>项目背景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176272"/>
            <a:ext cx="51206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在已有纸张管理能力上，从“纸张品类/规格管理”升级为支持一物一码、扫码出入库、库位管理的件级管理能力。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977639"/>
            <a:ext cx="484632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核心模块：随货同行单、提纸单、退纸单、一物一码查询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关键议题：库位接入、二维码流转、历史库存初始化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难点不是想不出方案，而是怎么不脱离现有系统现实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03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没有 AI 时，产品经理卡在哪里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原有功能迭代的典型卡点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需求零散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信息跨多轮对话分散，前后补充多，容易漏。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21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材料打架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原始需求、代码、PRD 不在一个口径上。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联动很碎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原型、文档、规则要同步回写，机械活多。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2496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范围失控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898648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一不留神就从轻改滑向重做，越做越大。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754880"/>
            <a:ext cx="10058400" cy="822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5029200"/>
            <a:ext cx="9509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E54"/>
                </a:solidFill>
                <a:latin typeface="Microsoft YaHei"/>
              </a:rPr>
              <a:t>这个项目真正难的，不是“想不出方案”，而是“怎么贴着现有系统现实收口”。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04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是怎么介入的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AI 主要介入的四个环节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14600"/>
            <a:ext cx="2240280" cy="214884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7899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需求整理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把零散原始需求先收成结构稿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821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514600"/>
            <a:ext cx="2240280" cy="2148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7647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7647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三方对照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原始需求 + 代码 + PRD 高密度核查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1821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514600"/>
            <a:ext cx="2240280" cy="214884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7395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联动同步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规则拍板后同步文档与原型口径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1821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2514600"/>
            <a:ext cx="2240280" cy="2148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7143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71432" y="276148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2706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问题暴露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32461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更早暴露冲突、遗漏和不一致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92040"/>
            <a:ext cx="9966960" cy="73152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120640"/>
            <a:ext cx="9509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这里最值钱的不是“让 AI 写”，而是让 AI 先对、先找、先暴露，再由产品经理拍板。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05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的价值体现在哪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406908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对产品经理的提效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3291840" cy="2651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原始需求整理更快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差异核查更快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联动同步更快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问题暴露更早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CE8FF"/>
                </a:solidFill>
                <a:latin typeface="Microsoft YaHei"/>
              </a:rPr>
              <a:t>不是少思考了，而是少做机械整理和重复核对。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554480"/>
            <a:ext cx="6647688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828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提效成立，但边界也很清楚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85232" y="2450592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9824" y="2578608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节省的时间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907792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整理、核查、同步、回写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2450592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2578608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保留给 PM 的事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907792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边界判断、规则拍板、最终取舍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5232" y="3794760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9824" y="3922776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AI 不擅长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4251960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自动理解真实业务边界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3794760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19" y="3922776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因此最优模式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251960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人拍板，AI 做大部分高耗时协作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06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案例 1-2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03520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案例1：误判二维码能力可复用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把产成品二维码当成纸张二维码，默认应复用旧能力。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7860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明确指出原来的码是给产成品用的，不是给纸张用的。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系统里有相似能力，不等于业务上真可复用。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572768"/>
            <a:ext cx="534924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5020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案例2：把 WMS 和初始化带进方案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8483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把实施项和后端处理项默认写成产品功能，范围做大。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7860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明确纸张只在 ERP 内闭环，初始化只做后端导入。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072384"/>
            <a:ext cx="4434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涉及导入、同步、历史数据时，先分清是功能、实施项还是后端处理项。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07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案例 3-4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0352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案例3：以为流程不变，改造量其实不小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“流程不变，只加扫码”会低估状态、按钮和数据承载改造量。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7860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回到代码现实，按真实状态机和节点重写 PRD。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业务表达上的“流程不变”，不能直接等于技术工作量很小。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572768"/>
            <a:ext cx="5349240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5020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案例4：手机端原型一次改太大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8483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AI 按更理想的新方案重构页面，已经接近重新设计。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7860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保留对比版，回到轻改路径，只改件明细展示方式。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72384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072384"/>
            <a:ext cx="4434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在存量系统迭代里，控制改造风险往往比设计更完整更重要。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08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这一类坑的共性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共性总结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212848"/>
            <a:ext cx="4480560" cy="11155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套旧经验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看到相似能力，就默认应该复用。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12848"/>
            <a:ext cx="4480560" cy="11155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自动扩范围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把实施项、导入、对接都产品化。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40480"/>
            <a:ext cx="4480560" cy="111556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0507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理想化重设计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5254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更愿意给新方案，而不是贴着现有系统轻改。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4480560" cy="111556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00507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局部对，全局乱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5254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能完成当前指令，但不会天然维护整份文档一致性。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30368"/>
            <a:ext cx="9829800" cy="50292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5376672"/>
            <a:ext cx="9418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共性不是 AI 不会写，而是 AI 会默认把“更像好方案的东西”先写出来。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09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正向做法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先把协作顺序做对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7432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先记录，不分析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93008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把 AI 锁成记录员，避免过早脑补方案。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42231" y="27432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先三方对照，不直接改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3493008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原始需求、代码、PRD 一起核，先暴露差异。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274320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先讲改法，再动正式文档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3493008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先对齐修改策略，再落 PRD 和原型。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38328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85232"/>
            <a:ext cx="10012680" cy="43891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5422392"/>
            <a:ext cx="9509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E54"/>
                </a:solidFill>
                <a:latin typeface="Microsoft YaHei"/>
              </a:rPr>
              <a:t>关键不是提示词更花，而是阶段顺序更对。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10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正向做法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475488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把 AI 放在更稳的位置上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61188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强约束范围，小步迭代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原型与 PRD 联动时，把 AI 当“同步器”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每轮都做范围复核，避免 AI 做多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DCE8FF"/>
                </a:solidFill>
                <a:latin typeface="Microsoft YaHei"/>
              </a:rPr>
              <a:t>边界越清楚，AI 越稳定。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50992" y="1572768"/>
            <a:ext cx="5980176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25312" y="1828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这部分真正要传递的东西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2395728"/>
            <a:ext cx="5394960" cy="74980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2633472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不是“提示词写得漂亮”，而是“人先定边界，AI 再高效执行”。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3401568"/>
            <a:ext cx="5394960" cy="148132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3675887"/>
            <a:ext cx="475488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方向未定时，AI 更适合暴露问题，不适合直接拍板。</a:t>
            </a:r>
          </a:p>
          <a:p>
            <a:pPr>
              <a:spcAft>
                <a:spcPts val="6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口径已定后，AI 最适合做同步、回写和一致性维护。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协作指令模式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高价值协作方式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25780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572768"/>
            <a:ext cx="5276088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F5C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288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高价值说法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288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容易带偏的说法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457200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在我没有结束之前，你不用做任何分析，只接收和记录。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结合代码和原始需求，对照 PRD 找问题。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先不改，先告诉我你准备怎么改。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手机端先不改，我们先改 PC 端，按照原型改。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331720"/>
            <a:ext cx="457200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你思考下有什么改进方案。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你先把详情页原型改了，我看看效果。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这类说法的问题不在语气，而在边界和阶段不够清楚。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10058400" cy="36576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41264"/>
            <a:ext cx="96926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好指令的核心不是更复杂，而是边界更清楚、阶段更明确。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12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最后想传递的结论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结论页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9966960" cy="841248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075688"/>
            <a:ext cx="9418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AI 的价值，不在于替产品经理做产品，而在于帮你更快地整理、比对、同步和暴露问题。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127248"/>
            <a:ext cx="960120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的提效是成立的，但这个提效有边界。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真正决定产出质量的，仍然是产品经理有没有讲清边界、拍板规则、持续联动校正。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节省的是整理、核查、同步和回写时间，不替代业务判断。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最值得沉淀的不是一组提示词，而是一套适用于存量功能迭代的协作方法。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13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841248"/>
            <a:ext cx="10469880" cy="52120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3000" y="1170432"/>
            <a:ext cx="1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188720"/>
            <a:ext cx="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828800"/>
            <a:ext cx="98755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在原有功能迭代项目里，
AI 不是替代产品经理的设计者，
而是放大产品经理能力的协作工具。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069080"/>
            <a:ext cx="960120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先定边界，再让 AI 展开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先对照现实，再让 AI 输出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先拍板口径，再让 AI 同步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先控制范围，再让 AI 提效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675</Words>
  <Application>Microsoft Office PowerPoint</Application>
  <PresentationFormat>宽屏</PresentationFormat>
  <Paragraphs>190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Century Gothic</vt:lpstr>
      <vt:lpstr>Wingdings 3</vt:lpstr>
      <vt:lpstr>离子会议室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Beibei Zhang</cp:lastModifiedBy>
  <cp:revision>2</cp:revision>
  <dcterms:created xsi:type="dcterms:W3CDTF">2013-01-27T09:14:16Z</dcterms:created>
  <dcterms:modified xsi:type="dcterms:W3CDTF">2026-05-21T07:45:36Z</dcterms:modified>
  <cp:category/>
</cp:coreProperties>
</file>